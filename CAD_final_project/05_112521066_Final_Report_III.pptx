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8" r:id="rId3"/>
    <p:sldId id="281" r:id="rId4"/>
    <p:sldId id="289" r:id="rId5"/>
    <p:sldId id="290" r:id="rId6"/>
    <p:sldId id="291" r:id="rId7"/>
    <p:sldId id="292" r:id="rId8"/>
    <p:sldId id="293" r:id="rId9"/>
    <p:sldId id="294" r:id="rId10"/>
    <p:sldId id="295" r:id="rId11"/>
    <p:sldId id="296" r:id="rId12"/>
    <p:sldId id="297" r:id="rId13"/>
    <p:sldId id="283" r:id="rId14"/>
    <p:sldId id="287" r:id="rId15"/>
    <p:sldId id="288" r:id="rId16"/>
    <p:sldId id="278" r:id="rId17"/>
    <p:sldId id="282" r:id="rId18"/>
    <p:sldId id="276" r:id="rId19"/>
    <p:sldId id="279" r:id="rId20"/>
    <p:sldId id="277" r:id="rId21"/>
    <p:sldId id="284" r:id="rId22"/>
    <p:sldId id="285" r:id="rId23"/>
    <p:sldId id="286" r:id="rId24"/>
    <p:sldId id="298" r:id="rId25"/>
    <p:sldId id="299" r:id="rId26"/>
    <p:sldId id="274"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CD6732-B12D-4607-BA7B-7491697564F4}" v="4" dt="2024-06-20T20:04:45.47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69"/>
    <p:restoredTop sz="87736" autoAdjust="0"/>
  </p:normalViewPr>
  <p:slideViewPr>
    <p:cSldViewPr snapToGrid="0">
      <p:cViewPr varScale="1">
        <p:scale>
          <a:sx n="104" d="100"/>
          <a:sy n="104" d="100"/>
        </p:scale>
        <p:origin x="107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祐晟 卓" userId="8919a3424a3693e9" providerId="LiveId" clId="{FE49AA02-FCFE-419A-8310-621290CD9443}"/>
    <pc:docChg chg="undo custSel addSld delSld modSld">
      <pc:chgData name="祐晟 卓" userId="8919a3424a3693e9" providerId="LiveId" clId="{FE49AA02-FCFE-419A-8310-621290CD9443}" dt="2024-06-20T08:34:59.075" v="196" actId="20577"/>
      <pc:docMkLst>
        <pc:docMk/>
      </pc:docMkLst>
      <pc:sldChg chg="modSp mod">
        <pc:chgData name="祐晟 卓" userId="8919a3424a3693e9" providerId="LiveId" clId="{FE49AA02-FCFE-419A-8310-621290CD9443}" dt="2024-06-20T08:34:59.075" v="196" actId="20577"/>
        <pc:sldMkLst>
          <pc:docMk/>
          <pc:sldMk cId="396474083" sldId="278"/>
        </pc:sldMkLst>
        <pc:spChg chg="mod">
          <ac:chgData name="祐晟 卓" userId="8919a3424a3693e9" providerId="LiveId" clId="{FE49AA02-FCFE-419A-8310-621290CD9443}" dt="2024-06-20T08:34:59.075" v="196" actId="20577"/>
          <ac:spMkLst>
            <pc:docMk/>
            <pc:sldMk cId="396474083" sldId="278"/>
            <ac:spMk id="6" creationId="{5BED5711-07E7-2DDC-B599-42ABEEA3D518}"/>
          </ac:spMkLst>
        </pc:spChg>
        <pc:spChg chg="mod">
          <ac:chgData name="祐晟 卓" userId="8919a3424a3693e9" providerId="LiveId" clId="{FE49AA02-FCFE-419A-8310-621290CD9443}" dt="2024-06-20T08:34:53.928" v="194" actId="113"/>
          <ac:spMkLst>
            <pc:docMk/>
            <pc:sldMk cId="396474083" sldId="278"/>
            <ac:spMk id="14" creationId="{43320DC3-2836-4427-B288-2381671A8968}"/>
          </ac:spMkLst>
        </pc:spChg>
      </pc:sldChg>
      <pc:sldChg chg="addSp delSp modSp add del mod">
        <pc:chgData name="祐晟 卓" userId="8919a3424a3693e9" providerId="LiveId" clId="{FE49AA02-FCFE-419A-8310-621290CD9443}" dt="2024-06-20T08:19:47.921" v="75" actId="47"/>
        <pc:sldMkLst>
          <pc:docMk/>
          <pc:sldMk cId="3038295993" sldId="283"/>
        </pc:sldMkLst>
        <pc:spChg chg="del">
          <ac:chgData name="祐晟 卓" userId="8919a3424a3693e9" providerId="LiveId" clId="{FE49AA02-FCFE-419A-8310-621290CD9443}" dt="2024-06-20T08:17:57.754" v="21" actId="478"/>
          <ac:spMkLst>
            <pc:docMk/>
            <pc:sldMk cId="3038295993" sldId="283"/>
            <ac:spMk id="4" creationId="{8EEA368A-D53F-4D5B-A187-4204222E64A9}"/>
          </ac:spMkLst>
        </pc:spChg>
        <pc:spChg chg="del">
          <ac:chgData name="祐晟 卓" userId="8919a3424a3693e9" providerId="LiveId" clId="{FE49AA02-FCFE-419A-8310-621290CD9443}" dt="2024-06-20T08:17:56.673" v="20" actId="478"/>
          <ac:spMkLst>
            <pc:docMk/>
            <pc:sldMk cId="3038295993" sldId="283"/>
            <ac:spMk id="7" creationId="{8C6376B0-D67F-4623-BF98-346DAAD5A047}"/>
          </ac:spMkLst>
        </pc:spChg>
        <pc:spChg chg="del">
          <ac:chgData name="祐晟 卓" userId="8919a3424a3693e9" providerId="LiveId" clId="{FE49AA02-FCFE-419A-8310-621290CD9443}" dt="2024-06-20T08:17:26.107" v="13" actId="478"/>
          <ac:spMkLst>
            <pc:docMk/>
            <pc:sldMk cId="3038295993" sldId="283"/>
            <ac:spMk id="10" creationId="{4EDC7032-8E39-4CF9-BFA0-8EB2A6D688B8}"/>
          </ac:spMkLst>
        </pc:spChg>
        <pc:spChg chg="add del mod">
          <ac:chgData name="祐晟 卓" userId="8919a3424a3693e9" providerId="LiveId" clId="{FE49AA02-FCFE-419A-8310-621290CD9443}" dt="2024-06-20T08:17:36.639" v="15" actId="478"/>
          <ac:spMkLst>
            <pc:docMk/>
            <pc:sldMk cId="3038295993" sldId="283"/>
            <ac:spMk id="11" creationId="{605F83B9-B0EF-4CE5-A668-02E649D4783F}"/>
          </ac:spMkLst>
        </pc:spChg>
        <pc:spChg chg="add mod">
          <ac:chgData name="祐晟 卓" userId="8919a3424a3693e9" providerId="LiveId" clId="{FE49AA02-FCFE-419A-8310-621290CD9443}" dt="2024-06-20T08:17:41.896" v="16"/>
          <ac:spMkLst>
            <pc:docMk/>
            <pc:sldMk cId="3038295993" sldId="283"/>
            <ac:spMk id="12" creationId="{E754D45A-86A4-472F-BE6C-F5AAD4B9720D}"/>
          </ac:spMkLst>
        </pc:spChg>
        <pc:graphicFrameChg chg="del">
          <ac:chgData name="祐晟 卓" userId="8919a3424a3693e9" providerId="LiveId" clId="{FE49AA02-FCFE-419A-8310-621290CD9443}" dt="2024-06-20T08:17:59.447" v="22" actId="478"/>
          <ac:graphicFrameMkLst>
            <pc:docMk/>
            <pc:sldMk cId="3038295993" sldId="283"/>
            <ac:graphicFrameMk id="9" creationId="{0C63943A-2AE2-4A86-898C-F89FCB5987CB}"/>
          </ac:graphicFrameMkLst>
        </pc:graphicFrameChg>
        <pc:picChg chg="add mod">
          <ac:chgData name="祐晟 卓" userId="8919a3424a3693e9" providerId="LiveId" clId="{FE49AA02-FCFE-419A-8310-621290CD9443}" dt="2024-06-20T08:18:31.056" v="24" actId="1076"/>
          <ac:picMkLst>
            <pc:docMk/>
            <pc:sldMk cId="3038295993" sldId="283"/>
            <ac:picMk id="13" creationId="{CD740782-C880-4CB5-9873-7CC60CE95231}"/>
          </ac:picMkLst>
        </pc:picChg>
      </pc:sldChg>
      <pc:sldChg chg="new del">
        <pc:chgData name="祐晟 卓" userId="8919a3424a3693e9" providerId="LiveId" clId="{FE49AA02-FCFE-419A-8310-621290CD9443}" dt="2024-06-20T08:16:25.981" v="3" actId="47"/>
        <pc:sldMkLst>
          <pc:docMk/>
          <pc:sldMk cId="3104021313" sldId="283"/>
        </pc:sldMkLst>
      </pc:sldChg>
      <pc:sldChg chg="addSp delSp modSp add mod">
        <pc:chgData name="祐晟 卓" userId="8919a3424a3693e9" providerId="LiveId" clId="{FE49AA02-FCFE-419A-8310-621290CD9443}" dt="2024-06-20T08:23:59.623" v="158" actId="20577"/>
        <pc:sldMkLst>
          <pc:docMk/>
          <pc:sldMk cId="2049771105" sldId="284"/>
        </pc:sldMkLst>
        <pc:spChg chg="del">
          <ac:chgData name="祐晟 卓" userId="8919a3424a3693e9" providerId="LiveId" clId="{FE49AA02-FCFE-419A-8310-621290CD9443}" dt="2024-06-20T08:17:52.098" v="18" actId="478"/>
          <ac:spMkLst>
            <pc:docMk/>
            <pc:sldMk cId="2049771105" sldId="284"/>
            <ac:spMk id="4" creationId="{8EEA368A-D53F-4D5B-A187-4204222E64A9}"/>
          </ac:spMkLst>
        </pc:spChg>
        <pc:spChg chg="del">
          <ac:chgData name="祐晟 卓" userId="8919a3424a3693e9" providerId="LiveId" clId="{FE49AA02-FCFE-419A-8310-621290CD9443}" dt="2024-06-20T08:17:51.181" v="17" actId="478"/>
          <ac:spMkLst>
            <pc:docMk/>
            <pc:sldMk cId="2049771105" sldId="284"/>
            <ac:spMk id="7" creationId="{8C6376B0-D67F-4623-BF98-346DAAD5A047}"/>
          </ac:spMkLst>
        </pc:spChg>
        <pc:spChg chg="mod">
          <ac:chgData name="祐晟 卓" userId="8919a3424a3693e9" providerId="LiveId" clId="{FE49AA02-FCFE-419A-8310-621290CD9443}" dt="2024-06-20T08:17:05.990" v="9" actId="113"/>
          <ac:spMkLst>
            <pc:docMk/>
            <pc:sldMk cId="2049771105" sldId="284"/>
            <ac:spMk id="10" creationId="{4EDC7032-8E39-4CF9-BFA0-8EB2A6D688B8}"/>
          </ac:spMkLst>
        </pc:spChg>
        <pc:spChg chg="add mod">
          <ac:chgData name="祐晟 卓" userId="8919a3424a3693e9" providerId="LiveId" clId="{FE49AA02-FCFE-419A-8310-621290CD9443}" dt="2024-06-20T08:23:59.623" v="158" actId="20577"/>
          <ac:spMkLst>
            <pc:docMk/>
            <pc:sldMk cId="2049771105" sldId="284"/>
            <ac:spMk id="11" creationId="{791D2F34-8A16-4C9A-BB99-7679A2FD0DAF}"/>
          </ac:spMkLst>
        </pc:spChg>
        <pc:graphicFrameChg chg="del">
          <ac:chgData name="祐晟 卓" userId="8919a3424a3693e9" providerId="LiveId" clId="{FE49AA02-FCFE-419A-8310-621290CD9443}" dt="2024-06-20T08:17:54.044" v="19" actId="478"/>
          <ac:graphicFrameMkLst>
            <pc:docMk/>
            <pc:sldMk cId="2049771105" sldId="284"/>
            <ac:graphicFrameMk id="9" creationId="{0C63943A-2AE2-4A86-898C-F89FCB5987CB}"/>
          </ac:graphicFrameMkLst>
        </pc:graphicFrameChg>
        <pc:picChg chg="add mod">
          <ac:chgData name="祐晟 卓" userId="8919a3424a3693e9" providerId="LiveId" clId="{FE49AA02-FCFE-419A-8310-621290CD9443}" dt="2024-06-20T08:23:49.411" v="149" actId="1076"/>
          <ac:picMkLst>
            <pc:docMk/>
            <pc:sldMk cId="2049771105" sldId="284"/>
            <ac:picMk id="12" creationId="{EB41B861-8992-428B-9CF1-99ADFCF6C43E}"/>
          </ac:picMkLst>
        </pc:picChg>
        <pc:picChg chg="add del mod">
          <ac:chgData name="祐晟 卓" userId="8919a3424a3693e9" providerId="LiveId" clId="{FE49AA02-FCFE-419A-8310-621290CD9443}" dt="2024-06-20T08:22:56.916" v="128" actId="478"/>
          <ac:picMkLst>
            <pc:docMk/>
            <pc:sldMk cId="2049771105" sldId="284"/>
            <ac:picMk id="13" creationId="{B224A2F1-12EE-4245-BA06-549DEDABA1E1}"/>
          </ac:picMkLst>
        </pc:picChg>
        <pc:picChg chg="add mod">
          <ac:chgData name="祐晟 卓" userId="8919a3424a3693e9" providerId="LiveId" clId="{FE49AA02-FCFE-419A-8310-621290CD9443}" dt="2024-06-20T08:23:35.618" v="145" actId="1076"/>
          <ac:picMkLst>
            <pc:docMk/>
            <pc:sldMk cId="2049771105" sldId="284"/>
            <ac:picMk id="15" creationId="{2E3C2217-71F3-44CE-BA76-06A423DE9044}"/>
          </ac:picMkLst>
        </pc:picChg>
      </pc:sldChg>
      <pc:sldChg chg="add del">
        <pc:chgData name="祐晟 卓" userId="8919a3424a3693e9" providerId="LiveId" clId="{FE49AA02-FCFE-419A-8310-621290CD9443}" dt="2024-06-20T08:15:36.341" v="2" actId="47"/>
        <pc:sldMkLst>
          <pc:docMk/>
          <pc:sldMk cId="3839451845" sldId="284"/>
        </pc:sldMkLst>
      </pc:sldChg>
      <pc:sldChg chg="new del">
        <pc:chgData name="祐晟 卓" userId="8919a3424a3693e9" providerId="LiveId" clId="{FE49AA02-FCFE-419A-8310-621290CD9443}" dt="2024-06-20T08:25:32.272" v="160" actId="47"/>
        <pc:sldMkLst>
          <pc:docMk/>
          <pc:sldMk cId="1315216329" sldId="285"/>
        </pc:sldMkLst>
      </pc:sldChg>
      <pc:sldChg chg="addSp delSp modSp add mod">
        <pc:chgData name="祐晟 卓" userId="8919a3424a3693e9" providerId="LiveId" clId="{FE49AA02-FCFE-419A-8310-621290CD9443}" dt="2024-06-20T08:26:37.722" v="174" actId="1076"/>
        <pc:sldMkLst>
          <pc:docMk/>
          <pc:sldMk cId="1616985192" sldId="285"/>
        </pc:sldMkLst>
        <pc:spChg chg="mod">
          <ac:chgData name="祐晟 卓" userId="8919a3424a3693e9" providerId="LiveId" clId="{FE49AA02-FCFE-419A-8310-621290CD9443}" dt="2024-06-20T08:25:49.802" v="168" actId="20577"/>
          <ac:spMkLst>
            <pc:docMk/>
            <pc:sldMk cId="1616985192" sldId="285"/>
            <ac:spMk id="11" creationId="{791D2F34-8A16-4C9A-BB99-7679A2FD0DAF}"/>
          </ac:spMkLst>
        </pc:spChg>
        <pc:picChg chg="add mod">
          <ac:chgData name="祐晟 卓" userId="8919a3424a3693e9" providerId="LiveId" clId="{FE49AA02-FCFE-419A-8310-621290CD9443}" dt="2024-06-20T08:26:14.895" v="172" actId="1076"/>
          <ac:picMkLst>
            <pc:docMk/>
            <pc:sldMk cId="1616985192" sldId="285"/>
            <ac:picMk id="6" creationId="{52CEC4ED-8B80-4A38-9F33-0CFC2C3E2F74}"/>
          </ac:picMkLst>
        </pc:picChg>
        <pc:picChg chg="add mod">
          <ac:chgData name="祐晟 卓" userId="8919a3424a3693e9" providerId="LiveId" clId="{FE49AA02-FCFE-419A-8310-621290CD9443}" dt="2024-06-20T08:26:37.722" v="174" actId="1076"/>
          <ac:picMkLst>
            <pc:docMk/>
            <pc:sldMk cId="1616985192" sldId="285"/>
            <ac:picMk id="9" creationId="{FAAA0CA6-E1CE-4072-AD44-03693085FCA0}"/>
          </ac:picMkLst>
        </pc:picChg>
        <pc:picChg chg="del">
          <ac:chgData name="祐晟 卓" userId="8919a3424a3693e9" providerId="LiveId" clId="{FE49AA02-FCFE-419A-8310-621290CD9443}" dt="2024-06-20T08:25:54.257" v="169" actId="478"/>
          <ac:picMkLst>
            <pc:docMk/>
            <pc:sldMk cId="1616985192" sldId="285"/>
            <ac:picMk id="12" creationId="{EB41B861-8992-428B-9CF1-99ADFCF6C43E}"/>
          </ac:picMkLst>
        </pc:picChg>
        <pc:picChg chg="del">
          <ac:chgData name="祐晟 卓" userId="8919a3424a3693e9" providerId="LiveId" clId="{FE49AA02-FCFE-419A-8310-621290CD9443}" dt="2024-06-20T08:25:54.794" v="170" actId="478"/>
          <ac:picMkLst>
            <pc:docMk/>
            <pc:sldMk cId="1616985192" sldId="285"/>
            <ac:picMk id="15" creationId="{2E3C2217-71F3-44CE-BA76-06A423DE9044}"/>
          </ac:picMkLst>
        </pc:picChg>
      </pc:sldChg>
      <pc:sldChg chg="addSp delSp modSp add mod">
        <pc:chgData name="祐晟 卓" userId="8919a3424a3693e9" providerId="LiveId" clId="{FE49AA02-FCFE-419A-8310-621290CD9443}" dt="2024-06-20T08:27:32.014" v="186" actId="1036"/>
        <pc:sldMkLst>
          <pc:docMk/>
          <pc:sldMk cId="3961249545" sldId="286"/>
        </pc:sldMkLst>
        <pc:spChg chg="mod">
          <ac:chgData name="祐晟 卓" userId="8919a3424a3693e9" providerId="LiveId" clId="{FE49AA02-FCFE-419A-8310-621290CD9443}" dt="2024-06-20T08:27:32.014" v="186" actId="1036"/>
          <ac:spMkLst>
            <pc:docMk/>
            <pc:sldMk cId="3961249545" sldId="286"/>
            <ac:spMk id="11" creationId="{791D2F34-8A16-4C9A-BB99-7679A2FD0DAF}"/>
          </ac:spMkLst>
        </pc:spChg>
        <pc:picChg chg="add mod">
          <ac:chgData name="祐晟 卓" userId="8919a3424a3693e9" providerId="LiveId" clId="{FE49AA02-FCFE-419A-8310-621290CD9443}" dt="2024-06-20T08:27:06.555" v="181" actId="1076"/>
          <ac:picMkLst>
            <pc:docMk/>
            <pc:sldMk cId="3961249545" sldId="286"/>
            <ac:picMk id="6" creationId="{8321113E-37CA-45C4-BEC4-B86375161E5A}"/>
          </ac:picMkLst>
        </pc:picChg>
        <pc:picChg chg="add mod">
          <ac:chgData name="祐晟 卓" userId="8919a3424a3693e9" providerId="LiveId" clId="{FE49AA02-FCFE-419A-8310-621290CD9443}" dt="2024-06-20T08:27:26.142" v="184" actId="1076"/>
          <ac:picMkLst>
            <pc:docMk/>
            <pc:sldMk cId="3961249545" sldId="286"/>
            <ac:picMk id="9" creationId="{CD12D749-53B1-44DA-9B88-6F34CA2C5C37}"/>
          </ac:picMkLst>
        </pc:picChg>
        <pc:picChg chg="del">
          <ac:chgData name="祐晟 卓" userId="8919a3424a3693e9" providerId="LiveId" clId="{FE49AA02-FCFE-419A-8310-621290CD9443}" dt="2024-06-20T08:27:02.880" v="179" actId="478"/>
          <ac:picMkLst>
            <pc:docMk/>
            <pc:sldMk cId="3961249545" sldId="286"/>
            <ac:picMk id="12" creationId="{EB41B861-8992-428B-9CF1-99ADFCF6C43E}"/>
          </ac:picMkLst>
        </pc:picChg>
        <pc:picChg chg="del">
          <ac:chgData name="祐晟 卓" userId="8919a3424a3693e9" providerId="LiveId" clId="{FE49AA02-FCFE-419A-8310-621290CD9443}" dt="2024-06-20T08:27:08.082" v="182" actId="478"/>
          <ac:picMkLst>
            <pc:docMk/>
            <pc:sldMk cId="3961249545" sldId="286"/>
            <ac:picMk id="15" creationId="{2E3C2217-71F3-44CE-BA76-06A423DE9044}"/>
          </ac:picMkLst>
        </pc:picChg>
      </pc:sldChg>
    </pc:docChg>
  </pc:docChgLst>
  <pc:docChgLst>
    <pc:chgData name="祐晟 卓" userId="8919a3424a3693e9" providerId="LiveId" clId="{31AA6059-DF91-4DBF-9F52-7D43692EE027}"/>
    <pc:docChg chg="undo custSel modSld">
      <pc:chgData name="祐晟 卓" userId="8919a3424a3693e9" providerId="LiveId" clId="{31AA6059-DF91-4DBF-9F52-7D43692EE027}" dt="2024-06-20T08:07:52.667" v="1302"/>
      <pc:docMkLst>
        <pc:docMk/>
      </pc:docMkLst>
      <pc:sldChg chg="addSp delSp modSp mod">
        <pc:chgData name="祐晟 卓" userId="8919a3424a3693e9" providerId="LiveId" clId="{31AA6059-DF91-4DBF-9F52-7D43692EE027}" dt="2024-06-20T08:07:42.932" v="1298"/>
        <pc:sldMkLst>
          <pc:docMk/>
          <pc:sldMk cId="4118501546" sldId="276"/>
        </pc:sldMkLst>
        <pc:spChg chg="mod">
          <ac:chgData name="祐晟 卓" userId="8919a3424a3693e9" providerId="LiveId" clId="{31AA6059-DF91-4DBF-9F52-7D43692EE027}" dt="2024-06-20T07:40:11.701" v="637" actId="113"/>
          <ac:spMkLst>
            <pc:docMk/>
            <pc:sldMk cId="4118501546" sldId="276"/>
            <ac:spMk id="2" creationId="{DF3BED52-4C12-5CC1-6806-07959F637AE6}"/>
          </ac:spMkLst>
        </pc:spChg>
        <pc:spChg chg="del mod">
          <ac:chgData name="祐晟 卓" userId="8919a3424a3693e9" providerId="LiveId" clId="{31AA6059-DF91-4DBF-9F52-7D43692EE027}" dt="2024-06-20T08:07:42.587" v="1297" actId="478"/>
          <ac:spMkLst>
            <pc:docMk/>
            <pc:sldMk cId="4118501546" sldId="276"/>
            <ac:spMk id="6" creationId="{5BED5711-07E7-2DDC-B599-42ABEEA3D518}"/>
          </ac:spMkLst>
        </pc:spChg>
        <pc:spChg chg="add mod">
          <ac:chgData name="祐晟 卓" userId="8919a3424a3693e9" providerId="LiveId" clId="{31AA6059-DF91-4DBF-9F52-7D43692EE027}" dt="2024-06-20T07:49:54.382" v="833" actId="20577"/>
          <ac:spMkLst>
            <pc:docMk/>
            <pc:sldMk cId="4118501546" sldId="276"/>
            <ac:spMk id="7" creationId="{AC92A873-E0B1-4B38-9527-926F9ACEF624}"/>
          </ac:spMkLst>
        </pc:spChg>
        <pc:spChg chg="add del">
          <ac:chgData name="祐晟 卓" userId="8919a3424a3693e9" providerId="LiveId" clId="{31AA6059-DF91-4DBF-9F52-7D43692EE027}" dt="2024-06-20T07:50:08.086" v="836" actId="22"/>
          <ac:spMkLst>
            <pc:docMk/>
            <pc:sldMk cId="4118501546" sldId="276"/>
            <ac:spMk id="13" creationId="{6C239294-A72D-4C71-9102-55DA6A1A2665}"/>
          </ac:spMkLst>
        </pc:spChg>
        <pc:spChg chg="add mod">
          <ac:chgData name="祐晟 卓" userId="8919a3424a3693e9" providerId="LiveId" clId="{31AA6059-DF91-4DBF-9F52-7D43692EE027}" dt="2024-06-20T08:07:42.932" v="1298"/>
          <ac:spMkLst>
            <pc:docMk/>
            <pc:sldMk cId="4118501546" sldId="276"/>
            <ac:spMk id="14" creationId="{7617FAFD-113A-4AF7-8787-B08B6BBA55B0}"/>
          </ac:spMkLst>
        </pc:spChg>
        <pc:graphicFrameChg chg="add del mod modGraphic">
          <ac:chgData name="祐晟 卓" userId="8919a3424a3693e9" providerId="LiveId" clId="{31AA6059-DF91-4DBF-9F52-7D43692EE027}" dt="2024-06-20T07:50:18.189" v="840" actId="1076"/>
          <ac:graphicFrameMkLst>
            <pc:docMk/>
            <pc:sldMk cId="4118501546" sldId="276"/>
            <ac:graphicFrameMk id="10" creationId="{16C8E475-D391-4CBF-9536-958BD60F9F0A}"/>
          </ac:graphicFrameMkLst>
        </pc:graphicFrameChg>
        <pc:graphicFrameChg chg="add mod modGraphic">
          <ac:chgData name="祐晟 卓" userId="8919a3424a3693e9" providerId="LiveId" clId="{31AA6059-DF91-4DBF-9F52-7D43692EE027}" dt="2024-06-20T07:50:21.260" v="841" actId="1076"/>
          <ac:graphicFrameMkLst>
            <pc:docMk/>
            <pc:sldMk cId="4118501546" sldId="276"/>
            <ac:graphicFrameMk id="11" creationId="{C114CCA4-54E8-4427-B726-14E67412D8F9}"/>
          </ac:graphicFrameMkLst>
        </pc:graphicFrameChg>
        <pc:picChg chg="add del mod">
          <ac:chgData name="祐晟 卓" userId="8919a3424a3693e9" providerId="LiveId" clId="{31AA6059-DF91-4DBF-9F52-7D43692EE027}" dt="2024-06-20T07:50:13.429" v="839" actId="1076"/>
          <ac:picMkLst>
            <pc:docMk/>
            <pc:sldMk cId="4118501546" sldId="276"/>
            <ac:picMk id="9" creationId="{1215752B-75A3-4135-984A-C7EF6D5555E4}"/>
          </ac:picMkLst>
        </pc:picChg>
      </pc:sldChg>
      <pc:sldChg chg="addSp delSp modSp mod">
        <pc:chgData name="祐晟 卓" userId="8919a3424a3693e9" providerId="LiveId" clId="{31AA6059-DF91-4DBF-9F52-7D43692EE027}" dt="2024-06-20T08:07:52.667" v="1302"/>
        <pc:sldMkLst>
          <pc:docMk/>
          <pc:sldMk cId="4120810189" sldId="277"/>
        </pc:sldMkLst>
        <pc:spChg chg="add mod">
          <ac:chgData name="祐晟 卓" userId="8919a3424a3693e9" providerId="LiveId" clId="{31AA6059-DF91-4DBF-9F52-7D43692EE027}" dt="2024-06-20T08:07:12.357" v="1285" actId="14100"/>
          <ac:spMkLst>
            <pc:docMk/>
            <pc:sldMk cId="4120810189" sldId="277"/>
            <ac:spMk id="4" creationId="{8EEA368A-D53F-4D5B-A187-4204222E64A9}"/>
          </ac:spMkLst>
        </pc:spChg>
        <pc:spChg chg="del">
          <ac:chgData name="祐晟 卓" userId="8919a3424a3693e9" providerId="LiveId" clId="{31AA6059-DF91-4DBF-9F52-7D43692EE027}" dt="2024-06-20T08:07:52.305" v="1301" actId="478"/>
          <ac:spMkLst>
            <pc:docMk/>
            <pc:sldMk cId="4120810189" sldId="277"/>
            <ac:spMk id="6" creationId="{5BED5711-07E7-2DDC-B599-42ABEEA3D518}"/>
          </ac:spMkLst>
        </pc:spChg>
        <pc:spChg chg="add mod">
          <ac:chgData name="祐晟 卓" userId="8919a3424a3693e9" providerId="LiveId" clId="{31AA6059-DF91-4DBF-9F52-7D43692EE027}" dt="2024-06-20T08:05:40.370" v="1219" actId="20577"/>
          <ac:spMkLst>
            <pc:docMk/>
            <pc:sldMk cId="4120810189" sldId="277"/>
            <ac:spMk id="7" creationId="{8C6376B0-D67F-4623-BF98-346DAAD5A047}"/>
          </ac:spMkLst>
        </pc:spChg>
        <pc:spChg chg="add mod">
          <ac:chgData name="祐晟 卓" userId="8919a3424a3693e9" providerId="LiveId" clId="{31AA6059-DF91-4DBF-9F52-7D43692EE027}" dt="2024-06-20T08:07:52.667" v="1302"/>
          <ac:spMkLst>
            <pc:docMk/>
            <pc:sldMk cId="4120810189" sldId="277"/>
            <ac:spMk id="10" creationId="{4EDC7032-8E39-4CF9-BFA0-8EB2A6D688B8}"/>
          </ac:spMkLst>
        </pc:spChg>
        <pc:graphicFrameChg chg="add mod">
          <ac:chgData name="祐晟 卓" userId="8919a3424a3693e9" providerId="LiveId" clId="{31AA6059-DF91-4DBF-9F52-7D43692EE027}" dt="2024-06-20T08:06:36.610" v="1250" actId="1076"/>
          <ac:graphicFrameMkLst>
            <pc:docMk/>
            <pc:sldMk cId="4120810189" sldId="277"/>
            <ac:graphicFrameMk id="9" creationId="{0C63943A-2AE2-4A86-898C-F89FCB5987CB}"/>
          </ac:graphicFrameMkLst>
        </pc:graphicFrameChg>
      </pc:sldChg>
      <pc:sldChg chg="addSp delSp modSp mod">
        <pc:chgData name="祐晟 卓" userId="8919a3424a3693e9" providerId="LiveId" clId="{31AA6059-DF91-4DBF-9F52-7D43692EE027}" dt="2024-06-20T07:52:03.346" v="846" actId="1076"/>
        <pc:sldMkLst>
          <pc:docMk/>
          <pc:sldMk cId="396474083" sldId="278"/>
        </pc:sldMkLst>
        <pc:spChg chg="mod">
          <ac:chgData name="祐晟 卓" userId="8919a3424a3693e9" providerId="LiveId" clId="{31AA6059-DF91-4DBF-9F52-7D43692EE027}" dt="2024-06-20T07:06:33.881" v="109" actId="20577"/>
          <ac:spMkLst>
            <pc:docMk/>
            <pc:sldMk cId="396474083" sldId="278"/>
            <ac:spMk id="6" creationId="{5BED5711-07E7-2DDC-B599-42ABEEA3D518}"/>
          </ac:spMkLst>
        </pc:spChg>
        <pc:spChg chg="add del">
          <ac:chgData name="祐晟 卓" userId="8919a3424a3693e9" providerId="LiveId" clId="{31AA6059-DF91-4DBF-9F52-7D43692EE027}" dt="2024-06-20T06:59:41.677" v="1" actId="22"/>
          <ac:spMkLst>
            <pc:docMk/>
            <pc:sldMk cId="396474083" sldId="278"/>
            <ac:spMk id="9" creationId="{3895D784-C023-48D8-84F5-D8D2C6084A74}"/>
          </ac:spMkLst>
        </pc:spChg>
        <pc:spChg chg="add del mod">
          <ac:chgData name="祐晟 卓" userId="8919a3424a3693e9" providerId="LiveId" clId="{31AA6059-DF91-4DBF-9F52-7D43692EE027}" dt="2024-06-20T07:03:39.539" v="26"/>
          <ac:spMkLst>
            <pc:docMk/>
            <pc:sldMk cId="396474083" sldId="278"/>
            <ac:spMk id="11" creationId="{1E8F3937-F641-45E2-AE1B-ADDB0CAC9019}"/>
          </ac:spMkLst>
        </pc:spChg>
        <pc:spChg chg="add">
          <ac:chgData name="祐晟 卓" userId="8919a3424a3693e9" providerId="LiveId" clId="{31AA6059-DF91-4DBF-9F52-7D43692EE027}" dt="2024-06-20T07:02:23.942" v="10"/>
          <ac:spMkLst>
            <pc:docMk/>
            <pc:sldMk cId="396474083" sldId="278"/>
            <ac:spMk id="12" creationId="{733047C2-FE4E-4579-9B4F-CED0C7481818}"/>
          </ac:spMkLst>
        </pc:spChg>
        <pc:spChg chg="add del mod">
          <ac:chgData name="祐晟 卓" userId="8919a3424a3693e9" providerId="LiveId" clId="{31AA6059-DF91-4DBF-9F52-7D43692EE027}" dt="2024-06-20T07:02:49.383" v="14" actId="478"/>
          <ac:spMkLst>
            <pc:docMk/>
            <pc:sldMk cId="396474083" sldId="278"/>
            <ac:spMk id="13" creationId="{BC6379B1-9B47-447F-8B2E-F23A8CE85821}"/>
          </ac:spMkLst>
        </pc:spChg>
        <pc:spChg chg="add mod">
          <ac:chgData name="祐晟 卓" userId="8919a3424a3693e9" providerId="LiveId" clId="{31AA6059-DF91-4DBF-9F52-7D43692EE027}" dt="2024-06-20T07:11:19.769" v="160" actId="113"/>
          <ac:spMkLst>
            <pc:docMk/>
            <pc:sldMk cId="396474083" sldId="278"/>
            <ac:spMk id="14" creationId="{43320DC3-2836-4427-B288-2381671A8968}"/>
          </ac:spMkLst>
        </pc:spChg>
        <pc:picChg chg="add del mod">
          <ac:chgData name="祐晟 卓" userId="8919a3424a3693e9" providerId="LiveId" clId="{31AA6059-DF91-4DBF-9F52-7D43692EE027}" dt="2024-06-20T07:20:44.357" v="191" actId="478"/>
          <ac:picMkLst>
            <pc:docMk/>
            <pc:sldMk cId="396474083" sldId="278"/>
            <ac:picMk id="10" creationId="{AE240053-56FC-4B6F-A5FE-28B755DB0BC6}"/>
          </ac:picMkLst>
        </pc:picChg>
        <pc:picChg chg="add del mod">
          <ac:chgData name="祐晟 卓" userId="8919a3424a3693e9" providerId="LiveId" clId="{31AA6059-DF91-4DBF-9F52-7D43692EE027}" dt="2024-06-20T07:51:56.545" v="843" actId="478"/>
          <ac:picMkLst>
            <pc:docMk/>
            <pc:sldMk cId="396474083" sldId="278"/>
            <ac:picMk id="16" creationId="{5C75FAF3-EDEC-448E-A2A0-0B9D2650E3F3}"/>
          </ac:picMkLst>
        </pc:picChg>
        <pc:picChg chg="add mod">
          <ac:chgData name="祐晟 卓" userId="8919a3424a3693e9" providerId="LiveId" clId="{31AA6059-DF91-4DBF-9F52-7D43692EE027}" dt="2024-06-20T07:52:03.346" v="846" actId="1076"/>
          <ac:picMkLst>
            <pc:docMk/>
            <pc:sldMk cId="396474083" sldId="278"/>
            <ac:picMk id="18" creationId="{F48C418B-4854-499E-94B3-56586520C4DE}"/>
          </ac:picMkLst>
        </pc:picChg>
      </pc:sldChg>
      <pc:sldChg chg="addSp delSp modSp mod">
        <pc:chgData name="祐晟 卓" userId="8919a3424a3693e9" providerId="LiveId" clId="{31AA6059-DF91-4DBF-9F52-7D43692EE027}" dt="2024-06-20T08:07:47.775" v="1300"/>
        <pc:sldMkLst>
          <pc:docMk/>
          <pc:sldMk cId="2604600090" sldId="279"/>
        </pc:sldMkLst>
        <pc:spChg chg="add del mod">
          <ac:chgData name="祐晟 卓" userId="8919a3424a3693e9" providerId="LiveId" clId="{31AA6059-DF91-4DBF-9F52-7D43692EE027}" dt="2024-06-20T07:56:36.323" v="953" actId="1076"/>
          <ac:spMkLst>
            <pc:docMk/>
            <pc:sldMk cId="2604600090" sldId="279"/>
            <ac:spMk id="4" creationId="{C21937D4-BB42-42E8-AA9D-B0CFE73708BB}"/>
          </ac:spMkLst>
        </pc:spChg>
        <pc:spChg chg="del">
          <ac:chgData name="祐晟 卓" userId="8919a3424a3693e9" providerId="LiveId" clId="{31AA6059-DF91-4DBF-9F52-7D43692EE027}" dt="2024-06-20T08:07:47.395" v="1299" actId="478"/>
          <ac:spMkLst>
            <pc:docMk/>
            <pc:sldMk cId="2604600090" sldId="279"/>
            <ac:spMk id="6" creationId="{5BED5711-07E7-2DDC-B599-42ABEEA3D518}"/>
          </ac:spMkLst>
        </pc:spChg>
        <pc:spChg chg="add mod">
          <ac:chgData name="祐晟 卓" userId="8919a3424a3693e9" providerId="LiveId" clId="{31AA6059-DF91-4DBF-9F52-7D43692EE027}" dt="2024-06-20T08:02:05.398" v="1151" actId="20577"/>
          <ac:spMkLst>
            <pc:docMk/>
            <pc:sldMk cId="2604600090" sldId="279"/>
            <ac:spMk id="7" creationId="{8494ED98-F005-4ECC-A445-B7302A02F76A}"/>
          </ac:spMkLst>
        </pc:spChg>
        <pc:spChg chg="add del mod">
          <ac:chgData name="祐晟 卓" userId="8919a3424a3693e9" providerId="LiveId" clId="{31AA6059-DF91-4DBF-9F52-7D43692EE027}" dt="2024-06-20T07:56:41.803" v="955" actId="1035"/>
          <ac:spMkLst>
            <pc:docMk/>
            <pc:sldMk cId="2604600090" sldId="279"/>
            <ac:spMk id="10" creationId="{D88CC4D5-7CAC-4272-A6F4-36201F76CEA7}"/>
          </ac:spMkLst>
        </pc:spChg>
        <pc:spChg chg="add del mod">
          <ac:chgData name="祐晟 卓" userId="8919a3424a3693e9" providerId="LiveId" clId="{31AA6059-DF91-4DBF-9F52-7D43692EE027}" dt="2024-06-20T07:56:36.323" v="953" actId="1076"/>
          <ac:spMkLst>
            <pc:docMk/>
            <pc:sldMk cId="2604600090" sldId="279"/>
            <ac:spMk id="11" creationId="{7713D5FC-34C6-4B7E-8791-0905AC7A5C9B}"/>
          </ac:spMkLst>
        </pc:spChg>
        <pc:spChg chg="add mod">
          <ac:chgData name="祐晟 卓" userId="8919a3424a3693e9" providerId="LiveId" clId="{31AA6059-DF91-4DBF-9F52-7D43692EE027}" dt="2024-06-20T07:56:44.721" v="957" actId="1037"/>
          <ac:spMkLst>
            <pc:docMk/>
            <pc:sldMk cId="2604600090" sldId="279"/>
            <ac:spMk id="12" creationId="{D2849001-FFA2-4FA5-9D92-B9CC818A9925}"/>
          </ac:spMkLst>
        </pc:spChg>
        <pc:spChg chg="add mod">
          <ac:chgData name="祐晟 卓" userId="8919a3424a3693e9" providerId="LiveId" clId="{31AA6059-DF91-4DBF-9F52-7D43692EE027}" dt="2024-06-20T07:57:51.845" v="1013" actId="1076"/>
          <ac:spMkLst>
            <pc:docMk/>
            <pc:sldMk cId="2604600090" sldId="279"/>
            <ac:spMk id="13" creationId="{B68E5654-9628-4746-960E-12E7EB0DBA5E}"/>
          </ac:spMkLst>
        </pc:spChg>
        <pc:spChg chg="add mod">
          <ac:chgData name="祐晟 卓" userId="8919a3424a3693e9" providerId="LiveId" clId="{31AA6059-DF91-4DBF-9F52-7D43692EE027}" dt="2024-06-20T07:58:31.758" v="1029" actId="1037"/>
          <ac:spMkLst>
            <pc:docMk/>
            <pc:sldMk cId="2604600090" sldId="279"/>
            <ac:spMk id="14" creationId="{8D3BC75C-5992-48FF-8445-0478BCDEDBCE}"/>
          </ac:spMkLst>
        </pc:spChg>
        <pc:spChg chg="add mod">
          <ac:chgData name="祐晟 卓" userId="8919a3424a3693e9" providerId="LiveId" clId="{31AA6059-DF91-4DBF-9F52-7D43692EE027}" dt="2024-06-20T07:58:08.665" v="1023" actId="20577"/>
          <ac:spMkLst>
            <pc:docMk/>
            <pc:sldMk cId="2604600090" sldId="279"/>
            <ac:spMk id="15" creationId="{53718B4B-07D6-48CC-8946-76BDB7E6943B}"/>
          </ac:spMkLst>
        </pc:spChg>
        <pc:spChg chg="add mod">
          <ac:chgData name="祐晟 卓" userId="8919a3424a3693e9" providerId="LiveId" clId="{31AA6059-DF91-4DBF-9F52-7D43692EE027}" dt="2024-06-20T07:58:11.193" v="1025" actId="20577"/>
          <ac:spMkLst>
            <pc:docMk/>
            <pc:sldMk cId="2604600090" sldId="279"/>
            <ac:spMk id="16" creationId="{888844AC-68A8-496A-BCD2-E833D01914FD}"/>
          </ac:spMkLst>
        </pc:spChg>
        <pc:spChg chg="add mod">
          <ac:chgData name="祐晟 卓" userId="8919a3424a3693e9" providerId="LiveId" clId="{31AA6059-DF91-4DBF-9F52-7D43692EE027}" dt="2024-06-20T08:07:47.775" v="1300"/>
          <ac:spMkLst>
            <pc:docMk/>
            <pc:sldMk cId="2604600090" sldId="279"/>
            <ac:spMk id="17" creationId="{9726BB23-6D66-4568-99AF-54D028F8D5B7}"/>
          </ac:spMkLst>
        </pc:spChg>
        <pc:graphicFrameChg chg="add mod modGraphic">
          <ac:chgData name="祐晟 卓" userId="8919a3424a3693e9" providerId="LiveId" clId="{31AA6059-DF91-4DBF-9F52-7D43692EE027}" dt="2024-06-20T07:55:14.623" v="915" actId="1076"/>
          <ac:graphicFrameMkLst>
            <pc:docMk/>
            <pc:sldMk cId="2604600090" sldId="279"/>
            <ac:graphicFrameMk id="9" creationId="{764B7D4E-6646-4CAE-8472-325B3C2D0976}"/>
          </ac:graphicFrameMkLst>
        </pc:graphicFrameChg>
      </pc:sldChg>
      <pc:sldChg chg="addSp delSp modSp mod">
        <pc:chgData name="祐晟 卓" userId="8919a3424a3693e9" providerId="LiveId" clId="{31AA6059-DF91-4DBF-9F52-7D43692EE027}" dt="2024-06-20T08:07:36.976" v="1296" actId="20577"/>
        <pc:sldMkLst>
          <pc:docMk/>
          <pc:sldMk cId="4186926246" sldId="282"/>
        </pc:sldMkLst>
        <pc:spChg chg="del">
          <ac:chgData name="祐晟 卓" userId="8919a3424a3693e9" providerId="LiveId" clId="{31AA6059-DF91-4DBF-9F52-7D43692EE027}" dt="2024-06-20T07:07:05.139" v="112" actId="478"/>
          <ac:spMkLst>
            <pc:docMk/>
            <pc:sldMk cId="4186926246" sldId="282"/>
            <ac:spMk id="6" creationId="{5BED5711-07E7-2DDC-B599-42ABEEA3D518}"/>
          </ac:spMkLst>
        </pc:spChg>
        <pc:spChg chg="add mod">
          <ac:chgData name="祐晟 卓" userId="8919a3424a3693e9" providerId="LiveId" clId="{31AA6059-DF91-4DBF-9F52-7D43692EE027}" dt="2024-06-20T08:07:36.976" v="1296" actId="20577"/>
          <ac:spMkLst>
            <pc:docMk/>
            <pc:sldMk cId="4186926246" sldId="282"/>
            <ac:spMk id="7" creationId="{B2628A3F-E5EB-4D18-9128-0D89220C27C4}"/>
          </ac:spMkLst>
        </pc:spChg>
        <pc:spChg chg="add mod">
          <ac:chgData name="祐晟 卓" userId="8919a3424a3693e9" providerId="LiveId" clId="{31AA6059-DF91-4DBF-9F52-7D43692EE027}" dt="2024-06-20T07:36:34.910" v="636" actId="113"/>
          <ac:spMkLst>
            <pc:docMk/>
            <pc:sldMk cId="4186926246" sldId="282"/>
            <ac:spMk id="9" creationId="{3E323DAE-08A1-4198-AAEB-7CF477C6EC83}"/>
          </ac:spMkLst>
        </pc:spChg>
        <pc:spChg chg="add mod">
          <ac:chgData name="祐晟 卓" userId="8919a3424a3693e9" providerId="LiveId" clId="{31AA6059-DF91-4DBF-9F52-7D43692EE027}" dt="2024-06-20T07:36:32.599" v="635" actId="113"/>
          <ac:spMkLst>
            <pc:docMk/>
            <pc:sldMk cId="4186926246" sldId="282"/>
            <ac:spMk id="13" creationId="{A6F06F67-7AD3-42CD-9103-A23E6D0D26C2}"/>
          </ac:spMkLst>
        </pc:spChg>
        <pc:graphicFrameChg chg="add del mod">
          <ac:chgData name="祐晟 卓" userId="8919a3424a3693e9" providerId="LiveId" clId="{31AA6059-DF91-4DBF-9F52-7D43692EE027}" dt="2024-06-20T07:12:19.813" v="165" actId="478"/>
          <ac:graphicFrameMkLst>
            <pc:docMk/>
            <pc:sldMk cId="4186926246" sldId="282"/>
            <ac:graphicFrameMk id="4" creationId="{12AA30AB-38AA-4D6E-814C-C6511FEBAF99}"/>
          </ac:graphicFrameMkLst>
        </pc:graphicFrameChg>
        <pc:graphicFrameChg chg="add del mod">
          <ac:chgData name="祐晟 卓" userId="8919a3424a3693e9" providerId="LiveId" clId="{31AA6059-DF91-4DBF-9F52-7D43692EE027}" dt="2024-06-20T07:12:46.971" v="168" actId="478"/>
          <ac:graphicFrameMkLst>
            <pc:docMk/>
            <pc:sldMk cId="4186926246" sldId="282"/>
            <ac:graphicFrameMk id="10" creationId="{DCCF34D8-4E1A-40F8-AAC2-2FFF9BF29035}"/>
          </ac:graphicFrameMkLst>
        </pc:graphicFrameChg>
        <pc:graphicFrameChg chg="add del mod">
          <ac:chgData name="祐晟 卓" userId="8919a3424a3693e9" providerId="LiveId" clId="{31AA6059-DF91-4DBF-9F52-7D43692EE027}" dt="2024-06-20T07:13:09.916" v="171" actId="478"/>
          <ac:graphicFrameMkLst>
            <pc:docMk/>
            <pc:sldMk cId="4186926246" sldId="282"/>
            <ac:graphicFrameMk id="11" creationId="{A308B9CF-E73A-4941-B996-CED9AAA86DA6}"/>
          </ac:graphicFrameMkLst>
        </pc:graphicFrameChg>
        <pc:graphicFrameChg chg="add del mod modGraphic">
          <ac:chgData name="祐晟 卓" userId="8919a3424a3693e9" providerId="LiveId" clId="{31AA6059-DF91-4DBF-9F52-7D43692EE027}" dt="2024-06-20T07:42:37.182" v="661" actId="21"/>
          <ac:graphicFrameMkLst>
            <pc:docMk/>
            <pc:sldMk cId="4186926246" sldId="282"/>
            <ac:graphicFrameMk id="12" creationId="{22C02CB0-F08D-441F-8B90-4540A6255ED0}"/>
          </ac:graphicFrameMkLst>
        </pc:graphicFrameChg>
        <pc:graphicFrameChg chg="add del">
          <ac:chgData name="祐晟 卓" userId="8919a3424a3693e9" providerId="LiveId" clId="{31AA6059-DF91-4DBF-9F52-7D43692EE027}" dt="2024-06-20T07:23:44.122" v="217" actId="3680"/>
          <ac:graphicFrameMkLst>
            <pc:docMk/>
            <pc:sldMk cId="4186926246" sldId="282"/>
            <ac:graphicFrameMk id="14" creationId="{BBF09D75-3404-49B9-BD51-0D55BC68F5BA}"/>
          </ac:graphicFrameMkLst>
        </pc:graphicFrameChg>
        <pc:graphicFrameChg chg="add mod modGraphic">
          <ac:chgData name="祐晟 卓" userId="8919a3424a3693e9" providerId="LiveId" clId="{31AA6059-DF91-4DBF-9F52-7D43692EE027}" dt="2024-06-20T07:29:43.408" v="417" actId="1076"/>
          <ac:graphicFrameMkLst>
            <pc:docMk/>
            <pc:sldMk cId="4186926246" sldId="282"/>
            <ac:graphicFrameMk id="15" creationId="{E6D6E4DF-22C7-4BBC-AF76-DC4EEAC1D1F4}"/>
          </ac:graphicFrameMkLst>
        </pc:graphicFrameChg>
        <pc:graphicFrameChg chg="add mod">
          <ac:chgData name="祐晟 卓" userId="8919a3424a3693e9" providerId="LiveId" clId="{31AA6059-DF91-4DBF-9F52-7D43692EE027}" dt="2024-06-20T07:42:38.037" v="662"/>
          <ac:graphicFrameMkLst>
            <pc:docMk/>
            <pc:sldMk cId="4186926246" sldId="282"/>
            <ac:graphicFrameMk id="16" creationId="{39A4BFFA-E614-4693-BFCF-B9A7248A8824}"/>
          </ac:graphicFrameMkLst>
        </pc:graphicFrameChg>
      </pc:sldChg>
    </pc:docChg>
  </pc:docChgLst>
  <pc:docChgLst>
    <pc:chgData name="明宏 吳" userId="f5b859a9eaaa2696" providerId="LiveId" clId="{29CD6732-B12D-4607-BA7B-7491697564F4}"/>
    <pc:docChg chg="custSel addSld modSld">
      <pc:chgData name="明宏 吳" userId="f5b859a9eaaa2696" providerId="LiveId" clId="{29CD6732-B12D-4607-BA7B-7491697564F4}" dt="2024-06-20T20:04:53.417" v="188" actId="1076"/>
      <pc:docMkLst>
        <pc:docMk/>
      </pc:docMkLst>
      <pc:sldChg chg="modSp mod">
        <pc:chgData name="明宏 吳" userId="f5b859a9eaaa2696" providerId="LiveId" clId="{29CD6732-B12D-4607-BA7B-7491697564F4}" dt="2024-06-20T19:27:40.283" v="70" actId="20577"/>
        <pc:sldMkLst>
          <pc:docMk/>
          <pc:sldMk cId="643860613" sldId="258"/>
        </pc:sldMkLst>
        <pc:spChg chg="mod">
          <ac:chgData name="明宏 吳" userId="f5b859a9eaaa2696" providerId="LiveId" clId="{29CD6732-B12D-4607-BA7B-7491697564F4}" dt="2024-06-20T19:27:40.283" v="70" actId="20577"/>
          <ac:spMkLst>
            <pc:docMk/>
            <pc:sldMk cId="643860613" sldId="258"/>
            <ac:spMk id="2" creationId="{DF3BED52-4C12-5CC1-6806-07959F637AE6}"/>
          </ac:spMkLst>
        </pc:spChg>
      </pc:sldChg>
      <pc:sldChg chg="addSp delSp modSp add mod">
        <pc:chgData name="明宏 吳" userId="f5b859a9eaaa2696" providerId="LiveId" clId="{29CD6732-B12D-4607-BA7B-7491697564F4}" dt="2024-06-20T19:32:10.959" v="136" actId="14100"/>
        <pc:sldMkLst>
          <pc:docMk/>
          <pc:sldMk cId="3290805329" sldId="289"/>
        </pc:sldMkLst>
        <pc:spChg chg="del">
          <ac:chgData name="明宏 吳" userId="f5b859a9eaaa2696" providerId="LiveId" clId="{29CD6732-B12D-4607-BA7B-7491697564F4}" dt="2024-06-20T19:28:37.033" v="115" actId="478"/>
          <ac:spMkLst>
            <pc:docMk/>
            <pc:sldMk cId="3290805329" sldId="289"/>
            <ac:spMk id="4" creationId="{42F4E4F4-11C5-AA16-5A49-1D7DD39E3739}"/>
          </ac:spMkLst>
        </pc:spChg>
        <pc:spChg chg="mod">
          <ac:chgData name="明宏 吳" userId="f5b859a9eaaa2696" providerId="LiveId" clId="{29CD6732-B12D-4607-BA7B-7491697564F4}" dt="2024-06-20T19:28:17.481" v="114" actId="20577"/>
          <ac:spMkLst>
            <pc:docMk/>
            <pc:sldMk cId="3290805329" sldId="289"/>
            <ac:spMk id="6" creationId="{5BED5711-07E7-2DDC-B599-42ABEEA3D518}"/>
          </ac:spMkLst>
        </pc:spChg>
        <pc:picChg chg="add del mod">
          <ac:chgData name="明宏 吳" userId="f5b859a9eaaa2696" providerId="LiveId" clId="{29CD6732-B12D-4607-BA7B-7491697564F4}" dt="2024-06-20T19:31:01.688" v="126" actId="478"/>
          <ac:picMkLst>
            <pc:docMk/>
            <pc:sldMk cId="3290805329" sldId="289"/>
            <ac:picMk id="9" creationId="{FEE72480-5A05-071F-171F-C1F2724299D5}"/>
          </ac:picMkLst>
        </pc:picChg>
        <pc:picChg chg="add del mod">
          <ac:chgData name="明宏 吳" userId="f5b859a9eaaa2696" providerId="LiveId" clId="{29CD6732-B12D-4607-BA7B-7491697564F4}" dt="2024-06-20T19:31:15.307" v="132" actId="478"/>
          <ac:picMkLst>
            <pc:docMk/>
            <pc:sldMk cId="3290805329" sldId="289"/>
            <ac:picMk id="11" creationId="{C5AEAE98-F8C6-D250-A320-A4C189416869}"/>
          </ac:picMkLst>
        </pc:picChg>
        <pc:picChg chg="add mod">
          <ac:chgData name="明宏 吳" userId="f5b859a9eaaa2696" providerId="LiveId" clId="{29CD6732-B12D-4607-BA7B-7491697564F4}" dt="2024-06-20T19:32:10.959" v="136" actId="14100"/>
          <ac:picMkLst>
            <pc:docMk/>
            <pc:sldMk cId="3290805329" sldId="289"/>
            <ac:picMk id="13" creationId="{1DBF39E7-1587-5BEF-F049-FE6E9853D295}"/>
          </ac:picMkLst>
        </pc:picChg>
      </pc:sldChg>
      <pc:sldChg chg="addSp delSp modSp add mod">
        <pc:chgData name="明宏 吳" userId="f5b859a9eaaa2696" providerId="LiveId" clId="{29CD6732-B12D-4607-BA7B-7491697564F4}" dt="2024-06-20T19:56:30.719" v="147" actId="14100"/>
        <pc:sldMkLst>
          <pc:docMk/>
          <pc:sldMk cId="2874140717" sldId="290"/>
        </pc:sldMkLst>
        <pc:picChg chg="add mod">
          <ac:chgData name="明宏 吳" userId="f5b859a9eaaa2696" providerId="LiveId" clId="{29CD6732-B12D-4607-BA7B-7491697564F4}" dt="2024-06-20T19:56:30.719" v="147" actId="14100"/>
          <ac:picMkLst>
            <pc:docMk/>
            <pc:sldMk cId="2874140717" sldId="290"/>
            <ac:picMk id="7" creationId="{85178B1B-1C1A-23FD-6BD8-99BDD0E3F3B6}"/>
          </ac:picMkLst>
        </pc:picChg>
        <pc:picChg chg="del">
          <ac:chgData name="明宏 吳" userId="f5b859a9eaaa2696" providerId="LiveId" clId="{29CD6732-B12D-4607-BA7B-7491697564F4}" dt="2024-06-20T19:45:15.818" v="138" actId="478"/>
          <ac:picMkLst>
            <pc:docMk/>
            <pc:sldMk cId="2874140717" sldId="290"/>
            <ac:picMk id="13" creationId="{1DBF39E7-1587-5BEF-F049-FE6E9853D295}"/>
          </ac:picMkLst>
        </pc:picChg>
      </pc:sldChg>
      <pc:sldChg chg="addSp delSp modSp add mod">
        <pc:chgData name="明宏 吳" userId="f5b859a9eaaa2696" providerId="LiveId" clId="{29CD6732-B12D-4607-BA7B-7491697564F4}" dt="2024-06-20T19:57:52.615" v="157" actId="14100"/>
        <pc:sldMkLst>
          <pc:docMk/>
          <pc:sldMk cId="2313822756" sldId="291"/>
        </pc:sldMkLst>
        <pc:picChg chg="del">
          <ac:chgData name="明宏 吳" userId="f5b859a9eaaa2696" providerId="LiveId" clId="{29CD6732-B12D-4607-BA7B-7491697564F4}" dt="2024-06-20T19:57:37.673" v="149" actId="478"/>
          <ac:picMkLst>
            <pc:docMk/>
            <pc:sldMk cId="2313822756" sldId="291"/>
            <ac:picMk id="7" creationId="{85178B1B-1C1A-23FD-6BD8-99BDD0E3F3B6}"/>
          </ac:picMkLst>
        </pc:picChg>
        <pc:picChg chg="add mod">
          <ac:chgData name="明宏 吳" userId="f5b859a9eaaa2696" providerId="LiveId" clId="{29CD6732-B12D-4607-BA7B-7491697564F4}" dt="2024-06-20T19:57:52.615" v="157" actId="14100"/>
          <ac:picMkLst>
            <pc:docMk/>
            <pc:sldMk cId="2313822756" sldId="291"/>
            <ac:picMk id="9" creationId="{CE6061FF-2F80-362C-EE81-C870BD79C0D2}"/>
          </ac:picMkLst>
        </pc:picChg>
      </pc:sldChg>
      <pc:sldChg chg="addSp delSp modSp add mod">
        <pc:chgData name="明宏 吳" userId="f5b859a9eaaa2696" providerId="LiveId" clId="{29CD6732-B12D-4607-BA7B-7491697564F4}" dt="2024-06-20T19:59:07.047" v="163" actId="1076"/>
        <pc:sldMkLst>
          <pc:docMk/>
          <pc:sldMk cId="1096735862" sldId="292"/>
        </pc:sldMkLst>
        <pc:picChg chg="add mod">
          <ac:chgData name="明宏 吳" userId="f5b859a9eaaa2696" providerId="LiveId" clId="{29CD6732-B12D-4607-BA7B-7491697564F4}" dt="2024-06-20T19:59:07.047" v="163" actId="1076"/>
          <ac:picMkLst>
            <pc:docMk/>
            <pc:sldMk cId="1096735862" sldId="292"/>
            <ac:picMk id="7" creationId="{80A5C709-4752-64C5-8145-85F483BFCB44}"/>
          </ac:picMkLst>
        </pc:picChg>
        <pc:picChg chg="del">
          <ac:chgData name="明宏 吳" userId="f5b859a9eaaa2696" providerId="LiveId" clId="{29CD6732-B12D-4607-BA7B-7491697564F4}" dt="2024-06-20T19:59:01.852" v="159" actId="478"/>
          <ac:picMkLst>
            <pc:docMk/>
            <pc:sldMk cId="1096735862" sldId="292"/>
            <ac:picMk id="9" creationId="{CE6061FF-2F80-362C-EE81-C870BD79C0D2}"/>
          </ac:picMkLst>
        </pc:picChg>
      </pc:sldChg>
      <pc:sldChg chg="add">
        <pc:chgData name="明宏 吳" userId="f5b859a9eaaa2696" providerId="LiveId" clId="{29CD6732-B12D-4607-BA7B-7491697564F4}" dt="2024-06-20T19:59:14.138" v="164" actId="2890"/>
        <pc:sldMkLst>
          <pc:docMk/>
          <pc:sldMk cId="1029589163" sldId="293"/>
        </pc:sldMkLst>
      </pc:sldChg>
      <pc:sldChg chg="addSp delSp modSp add mod">
        <pc:chgData name="明宏 吳" userId="f5b859a9eaaa2696" providerId="LiveId" clId="{29CD6732-B12D-4607-BA7B-7491697564F4}" dt="2024-06-20T19:59:53.728" v="173" actId="14100"/>
        <pc:sldMkLst>
          <pc:docMk/>
          <pc:sldMk cId="4231787844" sldId="294"/>
        </pc:sldMkLst>
        <pc:picChg chg="del">
          <ac:chgData name="明宏 吳" userId="f5b859a9eaaa2696" providerId="LiveId" clId="{29CD6732-B12D-4607-BA7B-7491697564F4}" dt="2024-06-20T19:59:45.740" v="166" actId="478"/>
          <ac:picMkLst>
            <pc:docMk/>
            <pc:sldMk cId="4231787844" sldId="294"/>
            <ac:picMk id="7" creationId="{80A5C709-4752-64C5-8145-85F483BFCB44}"/>
          </ac:picMkLst>
        </pc:picChg>
        <pc:picChg chg="add mod">
          <ac:chgData name="明宏 吳" userId="f5b859a9eaaa2696" providerId="LiveId" clId="{29CD6732-B12D-4607-BA7B-7491697564F4}" dt="2024-06-20T19:59:53.728" v="173" actId="14100"/>
          <ac:picMkLst>
            <pc:docMk/>
            <pc:sldMk cId="4231787844" sldId="294"/>
            <ac:picMk id="9" creationId="{B83A89AB-CC37-889E-C969-E0280D46A90C}"/>
          </ac:picMkLst>
        </pc:picChg>
      </pc:sldChg>
      <pc:sldChg chg="addSp delSp modSp add mod">
        <pc:chgData name="明宏 吳" userId="f5b859a9eaaa2696" providerId="LiveId" clId="{29CD6732-B12D-4607-BA7B-7491697564F4}" dt="2024-06-20T20:00:22.140" v="181" actId="1076"/>
        <pc:sldMkLst>
          <pc:docMk/>
          <pc:sldMk cId="3238681123" sldId="295"/>
        </pc:sldMkLst>
        <pc:picChg chg="add mod">
          <ac:chgData name="明宏 吳" userId="f5b859a9eaaa2696" providerId="LiveId" clId="{29CD6732-B12D-4607-BA7B-7491697564F4}" dt="2024-06-20T20:00:22.140" v="181" actId="1076"/>
          <ac:picMkLst>
            <pc:docMk/>
            <pc:sldMk cId="3238681123" sldId="295"/>
            <ac:picMk id="7" creationId="{DD5D3F92-F6D3-2D58-C2C4-C189CF038C3F}"/>
          </ac:picMkLst>
        </pc:picChg>
        <pc:picChg chg="del">
          <ac:chgData name="明宏 吳" userId="f5b859a9eaaa2696" providerId="LiveId" clId="{29CD6732-B12D-4607-BA7B-7491697564F4}" dt="2024-06-20T20:00:11.090" v="175" actId="478"/>
          <ac:picMkLst>
            <pc:docMk/>
            <pc:sldMk cId="3238681123" sldId="295"/>
            <ac:picMk id="9" creationId="{B83A89AB-CC37-889E-C969-E0280D46A90C}"/>
          </ac:picMkLst>
        </pc:picChg>
      </pc:sldChg>
      <pc:sldChg chg="addSp delSp modSp add mod modAnim">
        <pc:chgData name="明宏 吳" userId="f5b859a9eaaa2696" providerId="LiveId" clId="{29CD6732-B12D-4607-BA7B-7491697564F4}" dt="2024-06-20T20:04:53.417" v="188" actId="1076"/>
        <pc:sldMkLst>
          <pc:docMk/>
          <pc:sldMk cId="542492858" sldId="296"/>
        </pc:sldMkLst>
        <pc:picChg chg="del">
          <ac:chgData name="明宏 吳" userId="f5b859a9eaaa2696" providerId="LiveId" clId="{29CD6732-B12D-4607-BA7B-7491697564F4}" dt="2024-06-20T20:00:30.167" v="183" actId="478"/>
          <ac:picMkLst>
            <pc:docMk/>
            <pc:sldMk cId="542492858" sldId="296"/>
            <ac:picMk id="7" creationId="{DD5D3F92-F6D3-2D58-C2C4-C189CF038C3F}"/>
          </ac:picMkLst>
        </pc:picChg>
        <pc:picChg chg="add mod">
          <ac:chgData name="明宏 吳" userId="f5b859a9eaaa2696" providerId="LiveId" clId="{29CD6732-B12D-4607-BA7B-7491697564F4}" dt="2024-06-20T20:04:53.417" v="188" actId="1076"/>
          <ac:picMkLst>
            <pc:docMk/>
            <pc:sldMk cId="542492858" sldId="296"/>
            <ac:picMk id="9" creationId="{2FDC96E2-BD2C-3BFC-BAD8-A5B496C0B7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1498A-62D3-4D36-9851-09E5EF626C4B}" type="datetimeFigureOut">
              <a:rPr lang="zh-TW" altLang="en-US" smtClean="0"/>
              <a:t>2024/6/22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B6D847-0CD4-428B-AB4C-E44714F61E58}" type="slidenum">
              <a:rPr lang="zh-TW" altLang="en-US" smtClean="0"/>
              <a:t>‹#›</a:t>
            </a:fld>
            <a:endParaRPr lang="zh-TW" altLang="en-US"/>
          </a:p>
        </p:txBody>
      </p:sp>
    </p:spTree>
    <p:extLst>
      <p:ext uri="{BB962C8B-B14F-4D97-AF65-F5344CB8AC3E}">
        <p14:creationId xmlns:p14="http://schemas.microsoft.com/office/powerpoint/2010/main" val="3545461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a:t>
            </a:fld>
            <a:endParaRPr lang="zh-TW" altLang="en-US"/>
          </a:p>
        </p:txBody>
      </p:sp>
    </p:spTree>
    <p:extLst>
      <p:ext uri="{BB962C8B-B14F-4D97-AF65-F5344CB8AC3E}">
        <p14:creationId xmlns:p14="http://schemas.microsoft.com/office/powerpoint/2010/main" val="1602268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3</a:t>
            </a:fld>
            <a:endParaRPr lang="zh-TW" altLang="en-US"/>
          </a:p>
        </p:txBody>
      </p:sp>
    </p:spTree>
    <p:extLst>
      <p:ext uri="{BB962C8B-B14F-4D97-AF65-F5344CB8AC3E}">
        <p14:creationId xmlns:p14="http://schemas.microsoft.com/office/powerpoint/2010/main" val="4114558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4</a:t>
            </a:fld>
            <a:endParaRPr lang="zh-TW" altLang="en-US"/>
          </a:p>
        </p:txBody>
      </p:sp>
    </p:spTree>
    <p:extLst>
      <p:ext uri="{BB962C8B-B14F-4D97-AF65-F5344CB8AC3E}">
        <p14:creationId xmlns:p14="http://schemas.microsoft.com/office/powerpoint/2010/main" val="4080100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5</a:t>
            </a:fld>
            <a:endParaRPr lang="zh-TW" altLang="en-US"/>
          </a:p>
        </p:txBody>
      </p:sp>
    </p:spTree>
    <p:extLst>
      <p:ext uri="{BB962C8B-B14F-4D97-AF65-F5344CB8AC3E}">
        <p14:creationId xmlns:p14="http://schemas.microsoft.com/office/powerpoint/2010/main" val="4273280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6</a:t>
            </a:fld>
            <a:endParaRPr lang="zh-TW" altLang="en-US"/>
          </a:p>
        </p:txBody>
      </p:sp>
    </p:spTree>
    <p:extLst>
      <p:ext uri="{BB962C8B-B14F-4D97-AF65-F5344CB8AC3E}">
        <p14:creationId xmlns:p14="http://schemas.microsoft.com/office/powerpoint/2010/main" val="1381785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7</a:t>
            </a:fld>
            <a:endParaRPr lang="zh-TW" altLang="en-US"/>
          </a:p>
        </p:txBody>
      </p:sp>
    </p:spTree>
    <p:extLst>
      <p:ext uri="{BB962C8B-B14F-4D97-AF65-F5344CB8AC3E}">
        <p14:creationId xmlns:p14="http://schemas.microsoft.com/office/powerpoint/2010/main" val="3145473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8</a:t>
            </a:fld>
            <a:endParaRPr lang="zh-TW" altLang="en-US"/>
          </a:p>
        </p:txBody>
      </p:sp>
    </p:spTree>
    <p:extLst>
      <p:ext uri="{BB962C8B-B14F-4D97-AF65-F5344CB8AC3E}">
        <p14:creationId xmlns:p14="http://schemas.microsoft.com/office/powerpoint/2010/main" val="1495818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9</a:t>
            </a:fld>
            <a:endParaRPr lang="zh-TW" altLang="en-US"/>
          </a:p>
        </p:txBody>
      </p:sp>
    </p:spTree>
    <p:extLst>
      <p:ext uri="{BB962C8B-B14F-4D97-AF65-F5344CB8AC3E}">
        <p14:creationId xmlns:p14="http://schemas.microsoft.com/office/powerpoint/2010/main" val="187869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10</a:t>
            </a:fld>
            <a:endParaRPr lang="zh-TW" altLang="en-US"/>
          </a:p>
        </p:txBody>
      </p:sp>
    </p:spTree>
    <p:extLst>
      <p:ext uri="{BB962C8B-B14F-4D97-AF65-F5344CB8AC3E}">
        <p14:creationId xmlns:p14="http://schemas.microsoft.com/office/powerpoint/2010/main" val="806039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11</a:t>
            </a:fld>
            <a:endParaRPr lang="zh-TW" altLang="en-US"/>
          </a:p>
        </p:txBody>
      </p:sp>
    </p:spTree>
    <p:extLst>
      <p:ext uri="{BB962C8B-B14F-4D97-AF65-F5344CB8AC3E}">
        <p14:creationId xmlns:p14="http://schemas.microsoft.com/office/powerpoint/2010/main" val="528138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客觀的</a:t>
            </a:r>
            <a:endParaRPr kumimoji="1" lang="en-US" altLang="zh-TW" dirty="0"/>
          </a:p>
          <a:p>
            <a:r>
              <a:rPr kumimoji="1" lang="zh-TW" altLang="en-US" dirty="0"/>
              <a:t>開發一個使用成本函數估計器優化邏輯綜合的程式。</a:t>
            </a:r>
            <a:endParaRPr kumimoji="1" lang="en-US" altLang="zh-TW" dirty="0"/>
          </a:p>
          <a:p>
            <a:r>
              <a:rPr kumimoji="1" lang="zh-TW" altLang="en-US" dirty="0"/>
              <a:t>重點：透過強化學習來最小化成本。</a:t>
            </a:r>
            <a:endParaRPr kumimoji="1" lang="en-US" altLang="zh-TW" dirty="0"/>
          </a:p>
          <a:p>
            <a:r>
              <a:rPr kumimoji="1" lang="zh-TW" altLang="en-US" dirty="0"/>
              <a:t>主要更新運行時間限制：每個案例延長至 </a:t>
            </a:r>
            <a:r>
              <a:rPr kumimoji="1" lang="en-US" altLang="zh-TW" dirty="0"/>
              <a:t>3 </a:t>
            </a:r>
            <a:r>
              <a:rPr kumimoji="1" lang="zh-TW" altLang="en-US" dirty="0"/>
              <a:t>小時。文件：使用 </a:t>
            </a:r>
            <a:r>
              <a:rPr kumimoji="1" lang="en-US" altLang="zh-TW" dirty="0"/>
              <a:t>JSON </a:t>
            </a:r>
            <a:r>
              <a:rPr kumimoji="1" lang="zh-TW" altLang="en-US" dirty="0"/>
              <a:t>格式和輸出範例進行增強。</a:t>
            </a:r>
            <a:endParaRPr kumimoji="1" lang="en-US" altLang="zh-TW" dirty="0"/>
          </a:p>
          <a:p>
            <a:r>
              <a:rPr kumimoji="1" lang="zh-TW" altLang="en-US" dirty="0"/>
              <a:t>輸入輸出輸入：扁平化 </a:t>
            </a:r>
            <a:r>
              <a:rPr kumimoji="1" lang="en-US" altLang="zh-TW" dirty="0"/>
              <a:t>Verilog </a:t>
            </a:r>
            <a:r>
              <a:rPr kumimoji="1" lang="zh-TW" altLang="en-US" dirty="0"/>
              <a:t>網表、單元庫、成本函數估計器。</a:t>
            </a:r>
            <a:endParaRPr kumimoji="1" lang="en-US" altLang="zh-TW" dirty="0"/>
          </a:p>
          <a:p>
            <a:r>
              <a:rPr kumimoji="1" lang="zh-TW" altLang="en-US" dirty="0"/>
              <a:t>輸出：最佳化的 </a:t>
            </a:r>
            <a:r>
              <a:rPr kumimoji="1" lang="en-US" altLang="zh-TW" dirty="0"/>
              <a:t>Verilog </a:t>
            </a:r>
            <a:r>
              <a:rPr kumimoji="1" lang="zh-TW" altLang="en-US" dirty="0"/>
              <a:t>網表。</a:t>
            </a:r>
            <a:endParaRPr kumimoji="1" lang="en-US" altLang="zh-TW" dirty="0"/>
          </a:p>
          <a:p>
            <a:r>
              <a:rPr kumimoji="1" lang="zh-TW" altLang="en-US" dirty="0"/>
              <a:t>執行環境必須在 </a:t>
            </a:r>
            <a:r>
              <a:rPr kumimoji="1" lang="en-US" altLang="zh-TW" dirty="0"/>
              <a:t>Linux </a:t>
            </a:r>
            <a:r>
              <a:rPr kumimoji="1" lang="zh-TW" altLang="en-US" dirty="0"/>
              <a:t>上運行。不允許並行計算。</a:t>
            </a:r>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12</a:t>
            </a:fld>
            <a:endParaRPr lang="zh-TW" altLang="en-US"/>
          </a:p>
        </p:txBody>
      </p:sp>
    </p:spTree>
    <p:extLst>
      <p:ext uri="{BB962C8B-B14F-4D97-AF65-F5344CB8AC3E}">
        <p14:creationId xmlns:p14="http://schemas.microsoft.com/office/powerpoint/2010/main" val="3850755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Yosys</a:t>
            </a:r>
            <a:r>
              <a:rPr lang="en-US" altLang="zh-TW" dirty="0"/>
              <a:t> </a:t>
            </a:r>
            <a:r>
              <a:rPr lang="zh-TW" altLang="en-US" dirty="0"/>
              <a:t>是一個用於 </a:t>
            </a:r>
            <a:r>
              <a:rPr lang="en-US" altLang="zh-TW" dirty="0"/>
              <a:t>Verilog RTL </a:t>
            </a:r>
            <a:r>
              <a:rPr lang="zh-TW" altLang="en-US" dirty="0"/>
              <a:t>綜合的框架。它具有廣泛的 </a:t>
            </a:r>
            <a:r>
              <a:rPr lang="en-US" altLang="zh-TW" dirty="0"/>
              <a:t>Verilog-2005 </a:t>
            </a:r>
            <a:r>
              <a:rPr lang="zh-TW" altLang="en-US" dirty="0"/>
              <a:t>支持，能處理幾乎所有可綜合的設計，並能將 </a:t>
            </a:r>
            <a:r>
              <a:rPr lang="en-US" altLang="zh-TW" dirty="0"/>
              <a:t>Verilog </a:t>
            </a:r>
            <a:r>
              <a:rPr lang="zh-TW" altLang="en-US" dirty="0"/>
              <a:t>轉換為多種格式，包括 </a:t>
            </a:r>
            <a:r>
              <a:rPr lang="en-US" altLang="zh-TW" dirty="0"/>
              <a:t>BLIF</a:t>
            </a:r>
            <a:r>
              <a:rPr lang="zh-TW" altLang="en-US" dirty="0"/>
              <a:t>、</a:t>
            </a:r>
            <a:r>
              <a:rPr lang="en-US" altLang="zh-TW" dirty="0"/>
              <a:t>EDIF</a:t>
            </a:r>
            <a:r>
              <a:rPr lang="zh-TW" altLang="en-US" dirty="0"/>
              <a:t>、</a:t>
            </a:r>
            <a:r>
              <a:rPr lang="en-US" altLang="zh-TW" dirty="0"/>
              <a:t>BTOR</a:t>
            </a:r>
            <a:r>
              <a:rPr lang="zh-TW" altLang="en-US" dirty="0"/>
              <a:t>、</a:t>
            </a:r>
            <a:r>
              <a:rPr lang="en-US" altLang="zh-TW" dirty="0"/>
              <a:t>SMT-LIB </a:t>
            </a:r>
            <a:r>
              <a:rPr lang="zh-TW" altLang="en-US" dirty="0"/>
              <a:t>和簡單的 </a:t>
            </a:r>
            <a:r>
              <a:rPr lang="en-US" altLang="zh-TW" dirty="0"/>
              <a:t>RTL Verilog </a:t>
            </a:r>
            <a:r>
              <a:rPr lang="zh-TW" altLang="en-US" dirty="0"/>
              <a:t>等。此外，</a:t>
            </a:r>
            <a:r>
              <a:rPr lang="en-US" altLang="zh-TW" dirty="0" err="1"/>
              <a:t>Yosys</a:t>
            </a:r>
            <a:r>
              <a:rPr lang="en-US" altLang="zh-TW" dirty="0"/>
              <a:t> </a:t>
            </a:r>
            <a:r>
              <a:rPr lang="zh-TW" altLang="en-US" dirty="0"/>
              <a:t>還內建形式檢查屬性和等效性檢查方法，用於驗證設計的正確性。</a:t>
            </a:r>
          </a:p>
          <a:p>
            <a:r>
              <a:rPr lang="en-US" altLang="zh-TW" dirty="0" err="1"/>
              <a:t>Yosys</a:t>
            </a:r>
            <a:r>
              <a:rPr lang="en-US" altLang="zh-TW" dirty="0"/>
              <a:t> </a:t>
            </a:r>
            <a:r>
              <a:rPr lang="zh-TW" altLang="en-US" dirty="0"/>
              <a:t>能夠將設計映射到 </a:t>
            </a:r>
            <a:r>
              <a:rPr lang="en-US" altLang="zh-TW" dirty="0"/>
              <a:t>ASIC </a:t>
            </a:r>
            <a:r>
              <a:rPr lang="zh-TW" altLang="en-US" dirty="0"/>
              <a:t>標準單元庫（自由文件格式），同時支持將設計映射到 </a:t>
            </a:r>
            <a:r>
              <a:rPr lang="en-US" altLang="zh-TW" dirty="0"/>
              <a:t>Xilinx 7 </a:t>
            </a:r>
            <a:r>
              <a:rPr lang="zh-TW" altLang="en-US" dirty="0"/>
              <a:t>系列和 </a:t>
            </a:r>
            <a:r>
              <a:rPr lang="en-US" altLang="zh-TW" dirty="0"/>
              <a:t>Lattice iCE40 FPGA</a:t>
            </a:r>
            <a:r>
              <a:rPr lang="zh-TW" altLang="en-US" dirty="0"/>
              <a:t>。它還提供了自訂流程的基礎和前端，使用戶可以通過組合現有的綜合腳本和擴展 </a:t>
            </a:r>
            <a:r>
              <a:rPr lang="en-US" altLang="zh-TW" dirty="0" err="1"/>
              <a:t>Yosys</a:t>
            </a:r>
            <a:r>
              <a:rPr lang="en-US" altLang="zh-TW" dirty="0"/>
              <a:t> </a:t>
            </a:r>
            <a:r>
              <a:rPr lang="zh-TW" altLang="en-US" dirty="0"/>
              <a:t>的 </a:t>
            </a:r>
            <a:r>
              <a:rPr lang="en-US" altLang="zh-TW" dirty="0"/>
              <a:t>C++ </a:t>
            </a:r>
            <a:r>
              <a:rPr lang="zh-TW" altLang="en-US" dirty="0"/>
              <a:t>代碼庫來實現特定的綜合流程和定制需求。</a:t>
            </a:r>
          </a:p>
          <a:p>
            <a:r>
              <a:rPr lang="zh-TW" altLang="en-US" dirty="0"/>
              <a:t>透過使用綜合腳本，可以組合現有的綜合算法並根據需要擴展 </a:t>
            </a:r>
            <a:r>
              <a:rPr lang="en-US" altLang="zh-TW" dirty="0" err="1"/>
              <a:t>Yosys</a:t>
            </a:r>
            <a:r>
              <a:rPr lang="en-US" altLang="zh-TW" dirty="0"/>
              <a:t> </a:t>
            </a:r>
            <a:r>
              <a:rPr lang="zh-TW" altLang="en-US" dirty="0"/>
              <a:t>的 </a:t>
            </a:r>
            <a:r>
              <a:rPr lang="en-US" altLang="zh-TW" dirty="0"/>
              <a:t>C++ </a:t>
            </a:r>
            <a:r>
              <a:rPr lang="zh-TW" altLang="en-US" dirty="0"/>
              <a:t>代碼庫，這意味著用戶可以自由使用和修改 </a:t>
            </a:r>
            <a:r>
              <a:rPr lang="en-US" altLang="zh-TW" dirty="0" err="1"/>
              <a:t>Yosys</a:t>
            </a:r>
            <a:r>
              <a:rPr lang="en-US" altLang="zh-TW" dirty="0"/>
              <a:t> </a:t>
            </a:r>
            <a:r>
              <a:rPr lang="zh-TW" altLang="en-US" dirty="0"/>
              <a:t>的源代碼，同時也可以將其集成到自己的項目中。</a:t>
            </a:r>
          </a:p>
          <a:p>
            <a:r>
              <a:rPr lang="zh-TW" altLang="en-US" dirty="0"/>
              <a:t>總之，</a:t>
            </a:r>
            <a:r>
              <a:rPr lang="en-US" altLang="zh-TW" dirty="0" err="1"/>
              <a:t>Yosys</a:t>
            </a:r>
            <a:r>
              <a:rPr lang="en-US" altLang="zh-TW" dirty="0"/>
              <a:t> </a:t>
            </a:r>
            <a:r>
              <a:rPr lang="zh-TW" altLang="en-US" dirty="0"/>
              <a:t>是一個強大且靈活的 </a:t>
            </a:r>
            <a:r>
              <a:rPr lang="en-US" altLang="zh-TW" dirty="0"/>
              <a:t>Verilog RTL </a:t>
            </a:r>
            <a:r>
              <a:rPr lang="zh-TW" altLang="en-US" dirty="0"/>
              <a:t>綜合工具，適用於各種應用領域，從簡單的邏輯設計到複雜的處理器設計，都可以通過 </a:t>
            </a:r>
            <a:r>
              <a:rPr lang="en-US" altLang="zh-TW" dirty="0" err="1"/>
              <a:t>Yosys</a:t>
            </a:r>
            <a:r>
              <a:rPr lang="en-US" altLang="zh-TW" dirty="0"/>
              <a:t> </a:t>
            </a:r>
            <a:r>
              <a:rPr lang="zh-TW" altLang="en-US" dirty="0"/>
              <a:t>完成。</a:t>
            </a:r>
          </a:p>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13</a:t>
            </a:fld>
            <a:endParaRPr lang="zh-TW" altLang="en-US"/>
          </a:p>
        </p:txBody>
      </p:sp>
    </p:spTree>
    <p:extLst>
      <p:ext uri="{BB962C8B-B14F-4D97-AF65-F5344CB8AC3E}">
        <p14:creationId xmlns:p14="http://schemas.microsoft.com/office/powerpoint/2010/main" val="37679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這邊是</a:t>
            </a:r>
            <a:r>
              <a:rPr kumimoji="1" lang="en-US" altLang="zh-TW" dirty="0" err="1"/>
              <a:t>Yosys</a:t>
            </a:r>
            <a:r>
              <a:rPr kumimoji="1" lang="en-US" altLang="zh-TW" dirty="0"/>
              <a:t> </a:t>
            </a:r>
            <a:r>
              <a:rPr kumimoji="1" lang="en-US" altLang="zh-TW" dirty="0" err="1"/>
              <a:t>tcl</a:t>
            </a:r>
            <a:r>
              <a:rPr kumimoji="1" lang="zh-TW" altLang="en-US" dirty="0"/>
              <a:t>文本中比較常用的指令</a:t>
            </a:r>
            <a:endParaRPr kumimoji="1" lang="en-US" altLang="zh-TW" dirty="0"/>
          </a:p>
          <a:p>
            <a:endParaRPr kumimoji="1" lang="en-US" altLang="zh-TW" dirty="0"/>
          </a:p>
          <a:p>
            <a:pPr>
              <a:buFont typeface="Arial" panose="020B0604020202020204" pitchFamily="34" charset="0"/>
              <a:buChar char="•"/>
            </a:pPr>
            <a:r>
              <a:rPr lang="en-US" altLang="zh-TW" b="1" dirty="0"/>
              <a:t>hierarchy</a:t>
            </a:r>
            <a:r>
              <a:rPr lang="zh-TW" altLang="en-US" dirty="0"/>
              <a:t>：解析設計的階層結構。</a:t>
            </a:r>
          </a:p>
          <a:p>
            <a:pPr>
              <a:buFont typeface="Arial" panose="020B0604020202020204" pitchFamily="34" charset="0"/>
              <a:buChar char="•"/>
            </a:pPr>
            <a:r>
              <a:rPr lang="en-US" altLang="zh-TW" b="1" dirty="0"/>
              <a:t>-check</a:t>
            </a:r>
            <a:r>
              <a:rPr lang="zh-TW" altLang="en-US" dirty="0"/>
              <a:t>：檢查設計中是否有未解析的模塊。</a:t>
            </a:r>
          </a:p>
          <a:p>
            <a:pPr>
              <a:buFont typeface="Arial" panose="020B0604020202020204" pitchFamily="34" charset="0"/>
              <a:buChar char="•"/>
            </a:pPr>
            <a:r>
              <a:rPr lang="en-US" altLang="zh-TW" b="1" dirty="0"/>
              <a:t>-top </a:t>
            </a:r>
            <a:r>
              <a:rPr lang="en-US" altLang="zh-TW" b="1" dirty="0" err="1"/>
              <a:t>mytop</a:t>
            </a:r>
            <a:r>
              <a:rPr lang="zh-TW" altLang="en-US" dirty="0"/>
              <a:t>：指定頂層模塊名稱為 </a:t>
            </a:r>
            <a:r>
              <a:rPr lang="en-US" altLang="zh-TW" dirty="0" err="1"/>
              <a:t>mytop</a:t>
            </a:r>
            <a:r>
              <a:rPr lang="zh-TW" altLang="en-US" dirty="0"/>
              <a:t>。</a:t>
            </a:r>
          </a:p>
          <a:p>
            <a:r>
              <a:rPr lang="zh-TW" altLang="en-US" dirty="0"/>
              <a:t>這些指令用於管理和確定 </a:t>
            </a:r>
            <a:r>
              <a:rPr lang="en-US" altLang="zh-TW" dirty="0"/>
              <a:t>Verilog </a:t>
            </a:r>
            <a:r>
              <a:rPr lang="zh-TW" altLang="en-US" dirty="0"/>
              <a:t>設計的階層結構，並確保所有模塊都能被正確解析和識別。</a:t>
            </a:r>
          </a:p>
          <a:p>
            <a:endParaRPr kumimoji="1" lang="en-US" altLang="zh-TW" dirty="0"/>
          </a:p>
          <a:p>
            <a:pPr>
              <a:buFont typeface="Arial" panose="020B0604020202020204" pitchFamily="34" charset="0"/>
              <a:buChar char="•"/>
            </a:pPr>
            <a:r>
              <a:rPr lang="en-US" altLang="zh-TW" b="1" dirty="0" err="1"/>
              <a:t>techmap</a:t>
            </a:r>
            <a:r>
              <a:rPr lang="zh-TW" altLang="en-US" dirty="0"/>
              <a:t>：將設計映射到 </a:t>
            </a:r>
            <a:r>
              <a:rPr lang="en-US" altLang="zh-TW" dirty="0" err="1"/>
              <a:t>Yosys</a:t>
            </a:r>
            <a:r>
              <a:rPr lang="en-US" altLang="zh-TW" dirty="0"/>
              <a:t> </a:t>
            </a:r>
            <a:r>
              <a:rPr lang="zh-TW" altLang="en-US" dirty="0"/>
              <a:t>的內部單元庫。</a:t>
            </a:r>
          </a:p>
          <a:p>
            <a:pPr>
              <a:buFont typeface="Arial" panose="020B0604020202020204" pitchFamily="34" charset="0"/>
              <a:buChar char="•"/>
            </a:pPr>
            <a:r>
              <a:rPr lang="en-US" altLang="zh-TW" b="1" dirty="0"/>
              <a:t>opt</a:t>
            </a:r>
            <a:r>
              <a:rPr lang="zh-TW" altLang="en-US" dirty="0"/>
              <a:t>：進一步優化已映射的設計。</a:t>
            </a:r>
          </a:p>
          <a:p>
            <a:r>
              <a:rPr lang="zh-TW" altLang="en-US" dirty="0"/>
              <a:t>這些指令用於將 </a:t>
            </a:r>
            <a:r>
              <a:rPr lang="en-US" altLang="zh-TW" dirty="0"/>
              <a:t>Verilog </a:t>
            </a:r>
            <a:r>
              <a:rPr lang="zh-TW" altLang="en-US" dirty="0"/>
              <a:t>設計映射到 </a:t>
            </a:r>
            <a:r>
              <a:rPr lang="en-US" altLang="zh-TW" dirty="0" err="1"/>
              <a:t>Yosys</a:t>
            </a:r>
            <a:r>
              <a:rPr lang="en-US" altLang="zh-TW" dirty="0"/>
              <a:t> </a:t>
            </a:r>
            <a:r>
              <a:rPr lang="zh-TW" altLang="en-US" dirty="0"/>
              <a:t>內部的單元庫，並且在映射完成後進行額外的優化步驟，以提高設計的效率和性能。</a:t>
            </a:r>
          </a:p>
          <a:p>
            <a:r>
              <a:rPr kumimoji="1" lang="zh-TW" altLang="en-US" dirty="0"/>
              <a:t> </a:t>
            </a:r>
            <a:endParaRPr kumimoji="1" lang="en-US" altLang="zh-TW" dirty="0"/>
          </a:p>
          <a:p>
            <a:r>
              <a:rPr kumimoji="1" lang="zh-TW" altLang="en-US" dirty="0"/>
              <a:t>可以看到</a:t>
            </a:r>
            <a:r>
              <a:rPr kumimoji="1" lang="en-US" altLang="zh-TW" dirty="0"/>
              <a:t>code </a:t>
            </a:r>
            <a:r>
              <a:rPr kumimoji="1" lang="zh-TW" altLang="en-US" dirty="0"/>
              <a:t>裡面 後面的 </a:t>
            </a:r>
            <a:r>
              <a:rPr kumimoji="1" lang="en-US" altLang="zh-TW" dirty="0" err="1"/>
              <a:t>noattr</a:t>
            </a:r>
            <a:r>
              <a:rPr kumimoji="1" lang="zh-TW" altLang="en-US" dirty="0"/>
              <a:t>、</a:t>
            </a:r>
            <a:r>
              <a:rPr kumimoji="1" lang="en-US" altLang="zh-TW" dirty="0" err="1"/>
              <a:t>noexpr</a:t>
            </a:r>
            <a:endParaRPr kumimoji="1" lang="en-US" altLang="zh-TW" dirty="0"/>
          </a:p>
          <a:p>
            <a:endParaRPr kumimoji="1" lang="en-US" altLang="zh-TW" dirty="0"/>
          </a:p>
          <a:p>
            <a:r>
              <a:rPr lang="en-US" altLang="zh-CN" b="1" dirty="0" err="1"/>
              <a:t>noattr</a:t>
            </a:r>
            <a:r>
              <a:rPr lang="zh-CN" altLang="en-US" dirty="0"/>
              <a:t>：省略所有属性，使输出的 </a:t>
            </a:r>
            <a:r>
              <a:rPr lang="en-US" altLang="zh-CN" dirty="0"/>
              <a:t>Verilog </a:t>
            </a:r>
            <a:r>
              <a:rPr lang="zh-CN" altLang="en-US" dirty="0"/>
              <a:t>文件更简洁，去除了元信息。</a:t>
            </a:r>
            <a:r>
              <a:rPr lang="en-US" altLang="zh-CN" b="1" dirty="0" err="1"/>
              <a:t>noexpr</a:t>
            </a:r>
            <a:r>
              <a:rPr lang="zh-CN" altLang="en-US" dirty="0"/>
              <a:t>：省略所有表达式，使输出的 </a:t>
            </a:r>
            <a:r>
              <a:rPr lang="en-US" altLang="zh-CN" dirty="0"/>
              <a:t>Verilog </a:t>
            </a:r>
            <a:r>
              <a:rPr lang="zh-CN" altLang="en-US" dirty="0"/>
              <a:t>文件更简洁，去除了中间表达式。</a:t>
            </a:r>
            <a:endParaRPr kumimoji="1" lang="en-US" altLang="zh-TW"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14</a:t>
            </a:fld>
            <a:endParaRPr lang="zh-TW" altLang="en-US"/>
          </a:p>
        </p:txBody>
      </p:sp>
    </p:spTree>
    <p:extLst>
      <p:ext uri="{BB962C8B-B14F-4D97-AF65-F5344CB8AC3E}">
        <p14:creationId xmlns:p14="http://schemas.microsoft.com/office/powerpoint/2010/main" val="3279975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15</a:t>
            </a:fld>
            <a:endParaRPr lang="zh-TW" altLang="en-US"/>
          </a:p>
        </p:txBody>
      </p:sp>
    </p:spTree>
    <p:extLst>
      <p:ext uri="{BB962C8B-B14F-4D97-AF65-F5344CB8AC3E}">
        <p14:creationId xmlns:p14="http://schemas.microsoft.com/office/powerpoint/2010/main" val="2695243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16</a:t>
            </a:fld>
            <a:endParaRPr lang="zh-TW" altLang="en-US"/>
          </a:p>
        </p:txBody>
      </p:sp>
    </p:spTree>
    <p:extLst>
      <p:ext uri="{BB962C8B-B14F-4D97-AF65-F5344CB8AC3E}">
        <p14:creationId xmlns:p14="http://schemas.microsoft.com/office/powerpoint/2010/main" val="730852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17</a:t>
            </a:fld>
            <a:endParaRPr lang="zh-TW" altLang="en-US"/>
          </a:p>
        </p:txBody>
      </p:sp>
    </p:spTree>
    <p:extLst>
      <p:ext uri="{BB962C8B-B14F-4D97-AF65-F5344CB8AC3E}">
        <p14:creationId xmlns:p14="http://schemas.microsoft.com/office/powerpoint/2010/main" val="508466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18</a:t>
            </a:fld>
            <a:endParaRPr lang="zh-TW" altLang="en-US"/>
          </a:p>
        </p:txBody>
      </p:sp>
    </p:spTree>
    <p:extLst>
      <p:ext uri="{BB962C8B-B14F-4D97-AF65-F5344CB8AC3E}">
        <p14:creationId xmlns:p14="http://schemas.microsoft.com/office/powerpoint/2010/main" val="3018249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19</a:t>
            </a:fld>
            <a:endParaRPr lang="zh-TW" altLang="en-US"/>
          </a:p>
        </p:txBody>
      </p:sp>
    </p:spTree>
    <p:extLst>
      <p:ext uri="{BB962C8B-B14F-4D97-AF65-F5344CB8AC3E}">
        <p14:creationId xmlns:p14="http://schemas.microsoft.com/office/powerpoint/2010/main" val="1823477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20</a:t>
            </a:fld>
            <a:endParaRPr lang="zh-TW" altLang="en-US"/>
          </a:p>
        </p:txBody>
      </p:sp>
    </p:spTree>
    <p:extLst>
      <p:ext uri="{BB962C8B-B14F-4D97-AF65-F5344CB8AC3E}">
        <p14:creationId xmlns:p14="http://schemas.microsoft.com/office/powerpoint/2010/main" val="1773675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21</a:t>
            </a:fld>
            <a:endParaRPr lang="zh-TW" altLang="en-US"/>
          </a:p>
        </p:txBody>
      </p:sp>
    </p:spTree>
    <p:extLst>
      <p:ext uri="{BB962C8B-B14F-4D97-AF65-F5344CB8AC3E}">
        <p14:creationId xmlns:p14="http://schemas.microsoft.com/office/powerpoint/2010/main" val="3287334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22</a:t>
            </a:fld>
            <a:endParaRPr lang="zh-TW" altLang="en-US"/>
          </a:p>
        </p:txBody>
      </p:sp>
    </p:spTree>
    <p:extLst>
      <p:ext uri="{BB962C8B-B14F-4D97-AF65-F5344CB8AC3E}">
        <p14:creationId xmlns:p14="http://schemas.microsoft.com/office/powerpoint/2010/main" val="2016054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23</a:t>
            </a:fld>
            <a:endParaRPr lang="zh-TW" altLang="en-US"/>
          </a:p>
        </p:txBody>
      </p:sp>
    </p:spTree>
    <p:extLst>
      <p:ext uri="{BB962C8B-B14F-4D97-AF65-F5344CB8AC3E}">
        <p14:creationId xmlns:p14="http://schemas.microsoft.com/office/powerpoint/2010/main" val="1846653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24</a:t>
            </a:fld>
            <a:endParaRPr lang="zh-TW" altLang="en-US"/>
          </a:p>
        </p:txBody>
      </p:sp>
    </p:spTree>
    <p:extLst>
      <p:ext uri="{BB962C8B-B14F-4D97-AF65-F5344CB8AC3E}">
        <p14:creationId xmlns:p14="http://schemas.microsoft.com/office/powerpoint/2010/main" val="37313555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1B6D847-0CD4-428B-AB4C-E44714F61E58}" type="slidenum">
              <a:rPr lang="zh-TW" altLang="en-US" smtClean="0"/>
              <a:t>25</a:t>
            </a:fld>
            <a:endParaRPr lang="zh-TW" altLang="en-US"/>
          </a:p>
        </p:txBody>
      </p:sp>
    </p:spTree>
    <p:extLst>
      <p:ext uri="{BB962C8B-B14F-4D97-AF65-F5344CB8AC3E}">
        <p14:creationId xmlns:p14="http://schemas.microsoft.com/office/powerpoint/2010/main" val="3739443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243276-0F9B-B66A-101C-702461352A95}"/>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3A93CEF-7FF5-E053-22F7-01556C14ED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A362B5E-BBEC-3F66-B20B-C79CD0C3D0EA}"/>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5" name="頁尾版面配置區 4">
            <a:extLst>
              <a:ext uri="{FF2B5EF4-FFF2-40B4-BE49-F238E27FC236}">
                <a16:creationId xmlns:a16="http://schemas.microsoft.com/office/drawing/2014/main" id="{3BC96400-9E95-DAF1-C5F7-91BA14E7168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D18CD3-4CA8-6199-B20D-B4705748A38F}"/>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299906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27CB6E-E8D7-6717-A53F-12C3C60759A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42E80D9-95A3-0DE9-560B-20A1A0C9BA6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AC640B1-4B3E-CA9C-3433-1BEDF72064F4}"/>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5" name="頁尾版面配置區 4">
            <a:extLst>
              <a:ext uri="{FF2B5EF4-FFF2-40B4-BE49-F238E27FC236}">
                <a16:creationId xmlns:a16="http://schemas.microsoft.com/office/drawing/2014/main" id="{53E98324-DC97-954E-F020-A3C48F7F94E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CC1E2A-2B8B-3852-5BE8-5E38AD004913}"/>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152510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3BCA1-631E-6C22-2F71-87FB3EB36A6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30199036-F63B-9827-89B9-24E8996BF4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E1537C3D-78E0-243A-FD5E-844DD8B7740B}"/>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5" name="頁尾版面配置區 4">
            <a:extLst>
              <a:ext uri="{FF2B5EF4-FFF2-40B4-BE49-F238E27FC236}">
                <a16:creationId xmlns:a16="http://schemas.microsoft.com/office/drawing/2014/main" id="{2310B4BD-4A1C-C128-7555-31BC2ACB7BB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63EDC8-CE2C-2AD7-3159-ADCAB7B847BB}"/>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319185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8A8242-0FAA-1955-2B83-06F6B0D8FBC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1B038AF-359A-32FF-A306-213484883AA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B78377B-B990-FB4C-8FE7-4F1BF1C5A49D}"/>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C577924-6DC6-A63F-CCD7-F4095F7BA40D}"/>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6" name="頁尾版面配置區 5">
            <a:extLst>
              <a:ext uri="{FF2B5EF4-FFF2-40B4-BE49-F238E27FC236}">
                <a16:creationId xmlns:a16="http://schemas.microsoft.com/office/drawing/2014/main" id="{E9242F41-B3E2-7717-E221-5E7661B36BA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D6AFC99-1EC5-71CB-C017-7AD508BF1C55}"/>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1315075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CEB5AE-365B-CC28-D50A-9E410C3E3E63}"/>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689D1F8-1758-034A-32A4-6C4B04D3B3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6A706BC-35D4-9797-725B-95743C84EB23}"/>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6BC3690-F723-9B3A-4F36-8853AB2B73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E32BB9C-5425-94AC-A00A-AB147BF770B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99B4519C-785D-51A2-6723-657C7F4F18C3}"/>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8" name="頁尾版面配置區 7">
            <a:extLst>
              <a:ext uri="{FF2B5EF4-FFF2-40B4-BE49-F238E27FC236}">
                <a16:creationId xmlns:a16="http://schemas.microsoft.com/office/drawing/2014/main" id="{9F342AE0-0242-DA35-8EDC-8C2F5566B6E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3D3A820-DF20-6929-120A-10161EECFB76}"/>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26438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A7734F-9F24-9D9D-85F0-B33EA5FDDFB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7737786-39CF-C453-2032-807B29481057}"/>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4" name="頁尾版面配置區 3">
            <a:extLst>
              <a:ext uri="{FF2B5EF4-FFF2-40B4-BE49-F238E27FC236}">
                <a16:creationId xmlns:a16="http://schemas.microsoft.com/office/drawing/2014/main" id="{D580C53D-7787-C689-DDA2-FF401D2B43F9}"/>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69A814-FB5E-5050-59A0-436C1C1CB626}"/>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93651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8A0CED00-5F8B-F5B7-7D4C-83235EFC7828}"/>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3" name="頁尾版面配置區 2">
            <a:extLst>
              <a:ext uri="{FF2B5EF4-FFF2-40B4-BE49-F238E27FC236}">
                <a16:creationId xmlns:a16="http://schemas.microsoft.com/office/drawing/2014/main" id="{70FBE14F-6C04-BF6B-924B-9640CA2C6D6D}"/>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E475F8C-A94C-19CE-3A89-7CDD129930B2}"/>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2341008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777F3-DC0F-5714-175B-E17F8B25A4C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A912D2F-33D5-9367-171D-8A6108461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EEC2816-8AE3-8616-CCC6-72C87024D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1139A27-33B0-BBB1-902E-4FD5D965C634}"/>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6" name="頁尾版面配置區 5">
            <a:extLst>
              <a:ext uri="{FF2B5EF4-FFF2-40B4-BE49-F238E27FC236}">
                <a16:creationId xmlns:a16="http://schemas.microsoft.com/office/drawing/2014/main" id="{0ACFE150-FA9A-753A-3BCB-ED6F635E378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5CA4D20-6814-081D-01CA-B948DE4D46EE}"/>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3964483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62DE84-684D-BBC4-130A-7FAE0C12CB5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5D4734B-5215-7745-6808-2CF85D0684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0E51267-97A7-88EC-B754-9FB58585E6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932CFCA-460F-DCF2-0FF6-14E1738340BD}"/>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6" name="頁尾版面配置區 5">
            <a:extLst>
              <a:ext uri="{FF2B5EF4-FFF2-40B4-BE49-F238E27FC236}">
                <a16:creationId xmlns:a16="http://schemas.microsoft.com/office/drawing/2014/main" id="{9133091A-83DB-D000-48BE-A761A1E16D1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7DAA804-77DA-20F6-26DC-1B858C3D2BD3}"/>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4160797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0BAC4A-7884-A388-AC78-05A8A76E344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00F1DF8-0D66-8665-60DE-A1D406508C2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A8D1241-9283-80AF-F6CE-A4E9ABF1C4BF}"/>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5" name="頁尾版面配置區 4">
            <a:extLst>
              <a:ext uri="{FF2B5EF4-FFF2-40B4-BE49-F238E27FC236}">
                <a16:creationId xmlns:a16="http://schemas.microsoft.com/office/drawing/2014/main" id="{A78F13DF-D003-0207-272F-A4D1F06741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BC840AC-C274-3E2F-2A1E-F537EEDA3939}"/>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66098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B407CBE-31A6-D708-B779-3EBB2A77B2C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172A0A1-4484-D0C4-CA98-FF39047742D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22B1306-948A-FF28-74DD-4142CAE640C0}"/>
              </a:ext>
            </a:extLst>
          </p:cNvPr>
          <p:cNvSpPr>
            <a:spLocks noGrp="1"/>
          </p:cNvSpPr>
          <p:nvPr>
            <p:ph type="dt" sz="half" idx="10"/>
          </p:nvPr>
        </p:nvSpPr>
        <p:spPr/>
        <p:txBody>
          <a:bodyPr/>
          <a:lstStyle/>
          <a:p>
            <a:fld id="{BACBA0BD-97EF-4471-95EE-FDC39B384FA7}" type="datetimeFigureOut">
              <a:rPr lang="zh-TW" altLang="en-US" smtClean="0"/>
              <a:t>2024/6/22</a:t>
            </a:fld>
            <a:endParaRPr lang="zh-TW" altLang="en-US"/>
          </a:p>
        </p:txBody>
      </p:sp>
      <p:sp>
        <p:nvSpPr>
          <p:cNvPr id="5" name="頁尾版面配置區 4">
            <a:extLst>
              <a:ext uri="{FF2B5EF4-FFF2-40B4-BE49-F238E27FC236}">
                <a16:creationId xmlns:a16="http://schemas.microsoft.com/office/drawing/2014/main" id="{A9E68B2A-E4E7-52E1-5C76-C7E0808B9D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DCC7FFB-7CA8-BB2F-9B74-C6303CB37CEB}"/>
              </a:ext>
            </a:extLst>
          </p:cNvPr>
          <p:cNvSpPr>
            <a:spLocks noGrp="1"/>
          </p:cNvSpPr>
          <p:nvPr>
            <p:ph type="sldNum" sz="quarter" idx="12"/>
          </p:nvPr>
        </p:nvSpPr>
        <p:spPr/>
        <p:txBody>
          <a:body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2105472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4FC316F-2106-0BBA-72B4-E9A69268CB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8D38D95-5E11-DBAA-1183-84941290F8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23C58D9-E59D-A98F-3525-0030689022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CBA0BD-97EF-4471-95EE-FDC39B384FA7}" type="datetimeFigureOut">
              <a:rPr lang="zh-TW" altLang="en-US" smtClean="0"/>
              <a:t>2024/6/22</a:t>
            </a:fld>
            <a:endParaRPr lang="zh-TW" altLang="en-US"/>
          </a:p>
        </p:txBody>
      </p:sp>
      <p:sp>
        <p:nvSpPr>
          <p:cNvPr id="5" name="頁尾版面配置區 4">
            <a:extLst>
              <a:ext uri="{FF2B5EF4-FFF2-40B4-BE49-F238E27FC236}">
                <a16:creationId xmlns:a16="http://schemas.microsoft.com/office/drawing/2014/main" id="{627CFD42-78D1-BFE3-347C-997FE22DE8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CCECA69-8ADA-A85D-C085-77488082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B02761-E4CB-461E-9928-062FDDE171C6}" type="slidenum">
              <a:rPr lang="zh-TW" altLang="en-US" smtClean="0"/>
              <a:t>‹#›</a:t>
            </a:fld>
            <a:endParaRPr lang="zh-TW" altLang="en-US"/>
          </a:p>
        </p:txBody>
      </p:sp>
    </p:spTree>
    <p:extLst>
      <p:ext uri="{BB962C8B-B14F-4D97-AF65-F5344CB8AC3E}">
        <p14:creationId xmlns:p14="http://schemas.microsoft.com/office/powerpoint/2010/main" val="3447175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1524000" y="1194135"/>
            <a:ext cx="9144000" cy="1936665"/>
          </a:xfrm>
        </p:spPr>
        <p:txBody>
          <a:bodyPr>
            <a:normAutofit/>
          </a:bodyPr>
          <a:lstStyle/>
          <a:p>
            <a:r>
              <a:rPr lang="en-US" altLang="zh-TW" b="1" dirty="0">
                <a:latin typeface="Adobe Garamond Pro Bold" panose="02020702060506020403" pitchFamily="18" charset="0"/>
              </a:rPr>
              <a:t>CAD</a:t>
            </a:r>
            <a:r>
              <a:rPr lang="zh-TW" altLang="en-US" b="1" dirty="0">
                <a:latin typeface="Adobe Garamond Pro Bold" panose="02020702060506020403" pitchFamily="18" charset="0"/>
              </a:rPr>
              <a:t> </a:t>
            </a:r>
            <a:r>
              <a:rPr lang="en-US" altLang="zh-TW" b="1" dirty="0">
                <a:latin typeface="Adobe Garamond Pro Bold" panose="02020702060506020403" pitchFamily="18" charset="0"/>
              </a:rPr>
              <a:t>for VLSI Design</a:t>
            </a:r>
            <a:br>
              <a:rPr lang="en-US" altLang="zh-TW" b="1" dirty="0">
                <a:latin typeface="Adobe Garamond Pro Bold" panose="02020702060506020403" pitchFamily="18" charset="0"/>
              </a:rPr>
            </a:br>
            <a:r>
              <a:rPr lang="en-US" altLang="zh-TW" b="1" dirty="0">
                <a:latin typeface="Adobe Garamond Pro Bold" panose="02020702060506020403" pitchFamily="18" charset="0"/>
              </a:rPr>
              <a:t>Check Point III</a:t>
            </a:r>
            <a:endParaRPr lang="zh-TW" altLang="en-US" b="1" dirty="0">
              <a:latin typeface="Adobe Garamond Pro Bold" panose="02020702060506020403" pitchFamily="18" charset="0"/>
            </a:endParaRPr>
          </a:p>
        </p:txBody>
      </p:sp>
      <p:sp>
        <p:nvSpPr>
          <p:cNvPr id="3" name="副標題 2">
            <a:extLst>
              <a:ext uri="{FF2B5EF4-FFF2-40B4-BE49-F238E27FC236}">
                <a16:creationId xmlns:a16="http://schemas.microsoft.com/office/drawing/2014/main" id="{2FCE6862-7549-012A-8636-1AD1398AD4C2}"/>
              </a:ext>
            </a:extLst>
          </p:cNvPr>
          <p:cNvSpPr>
            <a:spLocks noGrp="1"/>
          </p:cNvSpPr>
          <p:nvPr>
            <p:ph type="subTitle" idx="1"/>
          </p:nvPr>
        </p:nvSpPr>
        <p:spPr>
          <a:xfrm>
            <a:off x="1524000" y="3875566"/>
            <a:ext cx="9144000" cy="2225674"/>
          </a:xfrm>
        </p:spPr>
        <p:txBody>
          <a:bodyPr>
            <a:normAutofit/>
          </a:bodyPr>
          <a:lstStyle/>
          <a:p>
            <a:r>
              <a:rPr lang="en-US" altLang="zh-TW" sz="2000" b="1" dirty="0">
                <a:latin typeface="微軟正黑體" panose="020B0604030504040204" pitchFamily="34" charset="-120"/>
                <a:ea typeface="微軟正黑體" panose="020B0604030504040204" pitchFamily="34" charset="-120"/>
              </a:rPr>
              <a:t>Group 5</a:t>
            </a:r>
          </a:p>
          <a:p>
            <a:r>
              <a:rPr lang="en-US" altLang="zh-TW" sz="2000" b="1" dirty="0">
                <a:latin typeface="微軟正黑體" panose="020B0604030504040204" pitchFamily="34" charset="-120"/>
                <a:ea typeface="微軟正黑體" panose="020B0604030504040204" pitchFamily="34" charset="-120"/>
              </a:rPr>
              <a:t>112521066</a:t>
            </a:r>
            <a:r>
              <a:rPr lang="zh-TW" altLang="en-US" sz="2000" b="1" dirty="0">
                <a:latin typeface="微軟正黑體" panose="020B0604030504040204" pitchFamily="34" charset="-120"/>
                <a:ea typeface="微軟正黑體" panose="020B0604030504040204" pitchFamily="34" charset="-120"/>
              </a:rPr>
              <a:t> 吳明宏</a:t>
            </a:r>
            <a:endParaRPr lang="en-US" altLang="zh-TW" sz="2000" b="1"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112523041</a:t>
            </a:r>
            <a:r>
              <a:rPr lang="zh-TW" altLang="en-US" sz="2000" b="1" dirty="0">
                <a:latin typeface="微軟正黑體" panose="020B0604030504040204" pitchFamily="34" charset="-120"/>
                <a:ea typeface="微軟正黑體" panose="020B0604030504040204" pitchFamily="34" charset="-120"/>
              </a:rPr>
              <a:t> 賴楷傑</a:t>
            </a:r>
            <a:endParaRPr lang="en-US" altLang="zh-TW" sz="2000" b="1"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112523014</a:t>
            </a:r>
            <a:r>
              <a:rPr lang="zh-TW" altLang="en-US" sz="2000" b="1" dirty="0">
                <a:latin typeface="微軟正黑體" panose="020B0604030504040204" pitchFamily="34" charset="-120"/>
                <a:ea typeface="微軟正黑體" panose="020B0604030504040204" pitchFamily="34" charset="-120"/>
              </a:rPr>
              <a:t> 鄭郁全</a:t>
            </a:r>
            <a:endParaRPr lang="en-US" altLang="zh-TW" sz="2000" b="1" dirty="0">
              <a:latin typeface="微軟正黑體" panose="020B0604030504040204" pitchFamily="34" charset="-120"/>
              <a:ea typeface="微軟正黑體" panose="020B0604030504040204" pitchFamily="34" charset="-120"/>
            </a:endParaRPr>
          </a:p>
          <a:p>
            <a:r>
              <a:rPr lang="en-US" altLang="zh-TW" sz="2000" b="1" i="0" dirty="0">
                <a:solidFill>
                  <a:srgbClr val="1F1F1F"/>
                </a:solidFill>
                <a:effectLst/>
                <a:latin typeface="微軟正黑體" panose="020B0604030504040204" pitchFamily="34" charset="-120"/>
                <a:ea typeface="微軟正黑體" panose="020B0604030504040204" pitchFamily="34" charset="-120"/>
              </a:rPr>
              <a:t>111521051</a:t>
            </a:r>
            <a:r>
              <a:rPr lang="zh-TW" altLang="en-US" sz="2000" b="1" i="0" dirty="0">
                <a:solidFill>
                  <a:srgbClr val="1F1F1F"/>
                </a:solidFill>
                <a:effectLst/>
                <a:latin typeface="微軟正黑體" panose="020B0604030504040204" pitchFamily="34" charset="-120"/>
                <a:ea typeface="微軟正黑體" panose="020B0604030504040204" pitchFamily="34" charset="-120"/>
              </a:rPr>
              <a:t> 卓祐晟</a:t>
            </a:r>
            <a:endParaRPr lang="en-US" altLang="zh-TW" sz="2000" b="1" dirty="0">
              <a:latin typeface="微軟正黑體" panose="020B0604030504040204" pitchFamily="34" charset="-120"/>
              <a:ea typeface="微軟正黑體" panose="020B0604030504040204" pitchFamily="34" charset="-120"/>
            </a:endParaRPr>
          </a:p>
        </p:txBody>
      </p:sp>
      <p:sp>
        <p:nvSpPr>
          <p:cNvPr id="6" name="投影片編號版面配置區 3">
            <a:extLst>
              <a:ext uri="{FF2B5EF4-FFF2-40B4-BE49-F238E27FC236}">
                <a16:creationId xmlns:a16="http://schemas.microsoft.com/office/drawing/2014/main" id="{9FBB7333-405F-FE0F-D46D-061D38B237BE}"/>
              </a:ext>
            </a:extLst>
          </p:cNvPr>
          <p:cNvSpPr>
            <a:spLocks noGrp="1"/>
          </p:cNvSpPr>
          <p:nvPr/>
        </p:nvSpPr>
        <p:spPr>
          <a:xfrm>
            <a:off x="8146704" y="5713832"/>
            <a:ext cx="2411288" cy="365125"/>
          </a:xfrm>
          <a:prstGeom prst="rect">
            <a:avLst/>
          </a:prstGeom>
        </p:spPr>
        <p:txBody>
          <a:bodyPr vert="horz" lIns="91440" tIns="45720" rIns="91440" bIns="45720" rtlCol="0" anchor="ctr"/>
          <a:lstStyle>
            <a:defPPr>
              <a:defRPr lang="zh-TW"/>
            </a:defPPr>
            <a:lvl1pPr marL="0" algn="r" defTabSz="914400" rtl="0" eaLnBrk="1" latinLnBrk="0" hangingPunct="1">
              <a:defRPr sz="900" kern="1200">
                <a:solidFill>
                  <a:schemeClr val="tx1">
                    <a:tint val="75000"/>
                  </a:schemeClr>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64A819-E283-42A6-A57A-C7F0A2F18E80}" type="slidenum">
              <a:rPr lang="zh-TW" altLang="en-US" smtClean="0">
                <a:solidFill>
                  <a:prstClr val="black">
                    <a:tint val="75000"/>
                  </a:prstClr>
                </a:solidFill>
              </a:rPr>
              <a:pPr/>
              <a:t>1</a:t>
            </a:fld>
            <a:endParaRPr lang="zh-TW" altLang="en-US" dirty="0">
              <a:solidFill>
                <a:prstClr val="black">
                  <a:tint val="75000"/>
                </a:prstClr>
              </a:solidFill>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8041244-1524-3B48-4D40-A297EF5CB0BD}"/>
                  </a:ext>
                </a:extLst>
              </p:cNvPr>
              <p:cNvSpPr/>
              <p:nvPr/>
            </p:nvSpPr>
            <p:spPr>
              <a:xfrm>
                <a:off x="5304789" y="5911348"/>
                <a:ext cx="1745927" cy="379784"/>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b="1" dirty="0">
                    <a:latin typeface="Times New Roman" panose="02020603050405020304" pitchFamily="18" charset="0"/>
                    <a:ea typeface="Adobe 楷体 Std R" panose="02020400000000000000" pitchFamily="18" charset="-128"/>
                    <a:cs typeface="Times New Roman" panose="02020603050405020304" pitchFamily="18" charset="0"/>
                  </a:rPr>
                  <a:t>June </a:t>
                </a:r>
                <a14:m>
                  <m:oMath xmlns:m="http://schemas.openxmlformats.org/officeDocument/2006/math">
                    <m:sSup>
                      <m:sSupPr>
                        <m:ctrlPr>
                          <a:rPr lang="en-US" altLang="zh-TW" b="1" i="1" smtClean="0">
                            <a:latin typeface="Cambria Math" panose="02040503050406030204" pitchFamily="18" charset="0"/>
                            <a:ea typeface="微軟正黑體" pitchFamily="34" charset="-120"/>
                          </a:rPr>
                        </m:ctrlPr>
                      </m:sSupPr>
                      <m:e>
                        <m:r>
                          <a:rPr lang="en-US" altLang="zh-TW" b="1" i="1" smtClean="0">
                            <a:latin typeface="Cambria Math" panose="02040503050406030204" pitchFamily="18" charset="0"/>
                            <a:ea typeface="微軟正黑體" pitchFamily="34" charset="-120"/>
                          </a:rPr>
                          <m:t>𝟐𝟎</m:t>
                        </m:r>
                      </m:e>
                      <m:sup>
                        <m:r>
                          <a:rPr lang="en-US" altLang="zh-TW" b="1" i="0" smtClean="0">
                            <a:latin typeface="Cambria Math" panose="02040503050406030204" pitchFamily="18" charset="0"/>
                            <a:ea typeface="微軟正黑體" pitchFamily="34" charset="-120"/>
                          </a:rPr>
                          <m:t>𝐭𝐡</m:t>
                        </m:r>
                      </m:sup>
                    </m:sSup>
                  </m:oMath>
                </a14:m>
                <a:r>
                  <a:rPr lang="en-US" altLang="zh-TW" b="1" dirty="0">
                    <a:latin typeface="Times New Roman" panose="02020603050405020304" pitchFamily="18" charset="0"/>
                    <a:ea typeface="Adobe 楷体 Std R" panose="02020400000000000000" pitchFamily="18" charset="-128"/>
                    <a:cs typeface="Times New Roman" panose="02020603050405020304" pitchFamily="18" charset="0"/>
                  </a:rPr>
                  <a:t>, 2024</a:t>
                </a:r>
              </a:p>
            </p:txBody>
          </p:sp>
        </mc:Choice>
        <mc:Fallback xmlns="">
          <p:sp>
            <p:nvSpPr>
              <p:cNvPr id="7" name="矩形 6">
                <a:extLst>
                  <a:ext uri="{FF2B5EF4-FFF2-40B4-BE49-F238E27FC236}">
                    <a16:creationId xmlns:a16="http://schemas.microsoft.com/office/drawing/2014/main" id="{38041244-1524-3B48-4D40-A297EF5CB0BD}"/>
                  </a:ext>
                </a:extLst>
              </p:cNvPr>
              <p:cNvSpPr>
                <a:spLocks noRot="1" noChangeAspect="1" noMove="1" noResize="1" noEditPoints="1" noAdjustHandles="1" noChangeArrowheads="1" noChangeShapeType="1" noTextEdit="1"/>
              </p:cNvSpPr>
              <p:nvPr/>
            </p:nvSpPr>
            <p:spPr>
              <a:xfrm>
                <a:off x="5304789" y="5911348"/>
                <a:ext cx="1745927" cy="379784"/>
              </a:xfrm>
              <a:prstGeom prst="rect">
                <a:avLst/>
              </a:prstGeom>
              <a:blipFill>
                <a:blip r:embed="rId2"/>
                <a:stretch>
                  <a:fillRect l="-2787" t="-6452" r="-2091" b="-25806"/>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A070AF2F-B52A-4A0D-8B31-BB7205B467C9}"/>
              </a:ext>
            </a:extLst>
          </p:cNvPr>
          <p:cNvPicPr>
            <a:picLocks noChangeAspect="1"/>
          </p:cNvPicPr>
          <p:nvPr/>
        </p:nvPicPr>
        <p:blipFill>
          <a:blip r:embed="rId3"/>
          <a:stretch>
            <a:fillRect/>
          </a:stretch>
        </p:blipFill>
        <p:spPr>
          <a:xfrm>
            <a:off x="0" y="5763379"/>
            <a:ext cx="1304636" cy="1094621"/>
          </a:xfrm>
          <a:prstGeom prst="rect">
            <a:avLst/>
          </a:prstGeom>
        </p:spPr>
      </p:pic>
      <p:pic>
        <p:nvPicPr>
          <p:cNvPr id="9" name="圖片 8" descr="一張含有 文字, 電子產品, 電子工程, 電路元件 的圖片&#10;&#10;自動產生的描述">
            <a:extLst>
              <a:ext uri="{FF2B5EF4-FFF2-40B4-BE49-F238E27FC236}">
                <a16:creationId xmlns:a16="http://schemas.microsoft.com/office/drawing/2014/main" id="{56FC4D8A-5EA1-9181-8B97-031735276E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4" name="標題 1">
            <a:extLst>
              <a:ext uri="{FF2B5EF4-FFF2-40B4-BE49-F238E27FC236}">
                <a16:creationId xmlns:a16="http://schemas.microsoft.com/office/drawing/2014/main" id="{1B985121-E203-DC61-5BD3-7021271B1EF2}"/>
              </a:ext>
            </a:extLst>
          </p:cNvPr>
          <p:cNvSpPr txBox="1">
            <a:spLocks/>
          </p:cNvSpPr>
          <p:nvPr/>
        </p:nvSpPr>
        <p:spPr>
          <a:xfrm>
            <a:off x="1524000" y="3130800"/>
            <a:ext cx="9144000" cy="459060"/>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zh-TW" altLang="en-US" sz="1800" dirty="0">
                <a:solidFill>
                  <a:srgbClr val="000000"/>
                </a:solidFill>
                <a:latin typeface="Calibri" panose="020F0502020204030204" pitchFamily="34" charset="0"/>
              </a:rPr>
            </a:br>
            <a:r>
              <a:rPr lang="en-US" altLang="zh-TW" sz="5300" dirty="0">
                <a:solidFill>
                  <a:srgbClr val="FF0000"/>
                </a:solidFill>
                <a:latin typeface="Times New Roman" panose="02020603050405020304" pitchFamily="18" charset="0"/>
                <a:cs typeface="Times New Roman" panose="02020603050405020304" pitchFamily="18" charset="0"/>
              </a:rPr>
              <a:t> </a:t>
            </a:r>
            <a:r>
              <a:rPr lang="en-US" altLang="zh-TW" sz="5300" b="1" dirty="0">
                <a:solidFill>
                  <a:srgbClr val="FF0000"/>
                </a:solidFill>
                <a:latin typeface="Times New Roman" panose="02020603050405020304" pitchFamily="18" charset="0"/>
                <a:cs typeface="Times New Roman" panose="02020603050405020304" pitchFamily="18" charset="0"/>
              </a:rPr>
              <a:t>Problem A : Reinforcement Logic Optimization for a General Cost Function </a:t>
            </a:r>
            <a:endParaRPr lang="zh-TW" altLang="en-US" sz="5300" b="1" dirty="0">
              <a:solidFill>
                <a:srgbClr val="FF0000"/>
              </a:solidFill>
              <a:latin typeface="Times New Roman" panose="02020603050405020304" pitchFamily="18" charset="0"/>
              <a:ea typeface="Adobe 繁黑體 Std B" panose="020B0700000000000000" pitchFamily="34" charset="-120"/>
              <a:cs typeface="Times New Roman" panose="02020603050405020304" pitchFamily="18" charset="0"/>
            </a:endParaRPr>
          </a:p>
        </p:txBody>
      </p:sp>
    </p:spTree>
    <p:extLst>
      <p:ext uri="{BB962C8B-B14F-4D97-AF65-F5344CB8AC3E}">
        <p14:creationId xmlns:p14="http://schemas.microsoft.com/office/powerpoint/2010/main" val="2149850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643319" y="1668922"/>
            <a:ext cx="10748343" cy="2922556"/>
          </a:xfrm>
        </p:spPr>
        <p:txBody>
          <a:bodyPr>
            <a:noAutofit/>
          </a:bodyPr>
          <a:lstStyle/>
          <a:p>
            <a:pPr algn="l"/>
            <a:r>
              <a:rPr lang="en-US" altLang="zh-TW" sz="2400" u="none" strike="noStrike" baseline="0" dirty="0">
                <a:solidFill>
                  <a:srgbClr val="000000"/>
                </a:solidFill>
                <a:latin typeface="Times New Roman" panose="02020603050405020304" pitchFamily="18" charset="0"/>
                <a:ea typeface="Adobe 繁黑體 Std B" panose="020B0700000000000000" pitchFamily="34" charset="-120"/>
                <a:cs typeface="Times New Roman" panose="02020603050405020304" pitchFamily="18" charset="0"/>
              </a:rPr>
              <a:t>(</a:t>
            </a:r>
            <a:r>
              <a:rPr lang="en-US" altLang="zh-TW" sz="2400" dirty="0">
                <a:solidFill>
                  <a:srgbClr val="000000"/>
                </a:solidFill>
                <a:latin typeface="Times New Roman" panose="02020603050405020304" pitchFamily="18" charset="0"/>
                <a:ea typeface="Adobe 繁黑體 Std B" panose="020B0700000000000000" pitchFamily="34" charset="-120"/>
                <a:cs typeface="Times New Roman" panose="02020603050405020304" pitchFamily="18" charset="0"/>
              </a:rPr>
              <a:t>1</a:t>
            </a:r>
            <a:r>
              <a:rPr lang="en-US" altLang="zh-TW" sz="2400" u="none" strike="noStrike" baseline="0" dirty="0">
                <a:solidFill>
                  <a:srgbClr val="000000"/>
                </a:solidFill>
                <a:latin typeface="Times New Roman" panose="02020603050405020304" pitchFamily="18" charset="0"/>
                <a:ea typeface="Adobe 繁黑體 Std B" panose="020B0700000000000000" pitchFamily="34" charset="-120"/>
                <a:cs typeface="Times New Roman" panose="02020603050405020304" pitchFamily="18" charset="0"/>
              </a:rPr>
              <a:t>) </a:t>
            </a:r>
            <a:r>
              <a:rPr lang="en-US" altLang="zh-TW" sz="2400" dirty="0">
                <a:solidFill>
                  <a:srgbClr val="000000"/>
                </a:solidFill>
                <a:latin typeface="Times New Roman" panose="02020603050405020304" pitchFamily="18" charset="0"/>
                <a:ea typeface="Adobe 繁黑體 Std B" panose="020B0700000000000000" pitchFamily="34" charset="-120"/>
                <a:cs typeface="Times New Roman" panose="02020603050405020304" pitchFamily="18" charset="0"/>
              </a:rPr>
              <a:t>T</a:t>
            </a: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eam Member </a:t>
            </a:r>
            <a:r>
              <a:rPr lang="en-US" altLang="zh-TW" sz="2400" dirty="0">
                <a:solidFill>
                  <a:srgbClr val="000000"/>
                </a:solidFill>
                <a:latin typeface="Times New Roman" panose="02020603050405020304" pitchFamily="18" charset="0"/>
                <a:cs typeface="Times New Roman" panose="02020603050405020304" pitchFamily="18" charset="0"/>
              </a:rPr>
              <a:t>I</a:t>
            </a: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nformation </a:t>
            </a:r>
            <a:br>
              <a:rPr kumimoji="1" lang="en" altLang="zh-TW" sz="2400" dirty="0">
                <a:latin typeface="Times New Roman" panose="02020603050405020304" pitchFamily="18" charset="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(2) Short problem statement </a:t>
            </a:r>
            <a:b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(3)</a:t>
            </a:r>
            <a:r>
              <a:rPr lang="zh-TW" altLang="en-US" sz="2400" i="0" u="none" strike="noStrike" baseline="0" dirty="0">
                <a:solidFill>
                  <a:srgbClr val="000000"/>
                </a:solidFill>
                <a:latin typeface="Times New Roman" panose="02020603050405020304" pitchFamily="18" charset="0"/>
                <a:cs typeface="Times New Roman" panose="02020603050405020304" pitchFamily="18" charset="0"/>
              </a:rPr>
              <a:t> </a:t>
            </a:r>
            <a:r>
              <a:rPr lang="en-US" altLang="zh-TW" sz="2400" dirty="0">
                <a:solidFill>
                  <a:srgbClr val="000000"/>
                </a:solidFill>
                <a:latin typeface="Times New Roman" panose="02020603050405020304" pitchFamily="18" charset="0"/>
                <a:cs typeface="Times New Roman" panose="02020603050405020304" pitchFamily="18" charset="0"/>
              </a:rPr>
              <a:t>Reinforcement Learning version (undone)</a:t>
            </a:r>
            <a:b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(4)</a:t>
            </a:r>
            <a:r>
              <a:rPr lang="en-US" altLang="zh-TW" sz="2400" dirty="0">
                <a:solidFill>
                  <a:srgbClr val="000000"/>
                </a:solidFill>
                <a:latin typeface="Times New Roman" panose="02020603050405020304" pitchFamily="18" charset="0"/>
                <a:cs typeface="Times New Roman" panose="02020603050405020304" pitchFamily="18" charset="0"/>
              </a:rPr>
              <a:t> T</a:t>
            </a: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ools: </a:t>
            </a:r>
            <a:r>
              <a:rPr lang="en-US" altLang="zh-TW" sz="2400" i="0" u="none" strike="noStrike" baseline="0" dirty="0" err="1">
                <a:solidFill>
                  <a:srgbClr val="000000"/>
                </a:solidFill>
                <a:latin typeface="Times New Roman" panose="02020603050405020304" pitchFamily="18" charset="0"/>
                <a:cs typeface="Times New Roman" panose="02020603050405020304" pitchFamily="18" charset="0"/>
              </a:rPr>
              <a:t>Yosys</a:t>
            </a:r>
            <a:b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(5) Final version algorithm - </a:t>
            </a:r>
            <a:r>
              <a:rPr lang="en-US" altLang="zh-TW" sz="2400" dirty="0">
                <a:latin typeface="Times New Roman" panose="02020603050405020304" pitchFamily="18" charset="0"/>
                <a:cs typeface="Times New Roman" panose="02020603050405020304" pitchFamily="18" charset="0"/>
              </a:rPr>
              <a:t>Genetic Algorithm</a:t>
            </a:r>
            <a:br>
              <a:rPr kumimoji="1" lang="en" altLang="zh-TW" sz="2400" dirty="0">
                <a:latin typeface="Times New Roman" panose="02020603050405020304" pitchFamily="18" charset="0"/>
                <a:cs typeface="Times New Roman" panose="02020603050405020304" pitchFamily="18" charset="0"/>
              </a:rPr>
            </a:br>
            <a:r>
              <a:rPr kumimoji="1" lang="en" altLang="zh-TW" sz="2400" dirty="0">
                <a:latin typeface="Times New Roman" panose="02020603050405020304" pitchFamily="18" charset="0"/>
                <a:cs typeface="Times New Roman" panose="02020603050405020304" pitchFamily="18" charset="0"/>
              </a:rPr>
              <a:t>(</a:t>
            </a:r>
            <a:r>
              <a:rPr kumimoji="1" lang="en-US" altLang="zh-TW" sz="2400" dirty="0">
                <a:solidFill>
                  <a:srgbClr val="000000"/>
                </a:solidFill>
                <a:latin typeface="Times New Roman" panose="02020603050405020304" pitchFamily="18" charset="0"/>
                <a:cs typeface="Times New Roman" panose="02020603050405020304" pitchFamily="18" charset="0"/>
              </a:rPr>
              <a:t>6</a:t>
            </a: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Genetic Algorithm – Data Structure and Detail</a:t>
            </a:r>
            <a:br>
              <a:rPr lang="zh-TW" altLang="en-US" sz="2400" dirty="0">
                <a:latin typeface="Times New Roman" panose="02020603050405020304" pitchFamily="18" charset="0"/>
                <a:ea typeface="Adobe 繁黑體 Std B" panose="020B0700000000000000" pitchFamily="34" charset="-12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(7) </a:t>
            </a:r>
            <a:r>
              <a:rPr lang="en-US" altLang="zh-TW" sz="2400" dirty="0">
                <a:solidFill>
                  <a:srgbClr val="000000"/>
                </a:solidFill>
                <a:latin typeface="Times New Roman" panose="02020603050405020304" pitchFamily="18" charset="0"/>
                <a:cs typeface="Times New Roman" panose="02020603050405020304" pitchFamily="18" charset="0"/>
              </a:rPr>
              <a:t>F</a:t>
            </a: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inal result comparison</a:t>
            </a:r>
            <a:b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(8) Conclusions</a:t>
            </a:r>
            <a:b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b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(9) Alpha Submission </a:t>
            </a:r>
            <a:r>
              <a:rPr lang="en-US" altLang="zh-TW" sz="2400" dirty="0">
                <a:solidFill>
                  <a:srgbClr val="000000"/>
                </a:solidFill>
                <a:latin typeface="Times New Roman" panose="02020603050405020304" pitchFamily="18" charset="0"/>
                <a:cs typeface="Times New Roman" panose="02020603050405020304" pitchFamily="18" charset="0"/>
              </a:rPr>
              <a:t>S</a:t>
            </a:r>
            <a:r>
              <a:rPr lang="en-US" altLang="zh-TW" sz="2400" i="0" u="none" strike="noStrike" baseline="0" dirty="0">
                <a:solidFill>
                  <a:srgbClr val="000000"/>
                </a:solidFill>
                <a:latin typeface="Times New Roman" panose="02020603050405020304" pitchFamily="18" charset="0"/>
                <a:cs typeface="Times New Roman" panose="02020603050405020304" pitchFamily="18" charset="0"/>
              </a:rPr>
              <a:t>creenshot </a:t>
            </a:r>
            <a:endParaRPr lang="zh-TW" altLang="en-US" sz="2400"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3" y="470931"/>
            <a:ext cx="4110182" cy="584775"/>
          </a:xfrm>
          <a:prstGeom prst="rect">
            <a:avLst/>
          </a:prstGeom>
          <a:noFill/>
        </p:spPr>
        <p:txBody>
          <a:bodyPr wrap="square" rtlCol="0">
            <a:spAutoFit/>
          </a:bodyPr>
          <a:lstStyle/>
          <a:p>
            <a:r>
              <a:rPr lang="en-US" altLang="zh-TW" sz="3200" b="1" dirty="0">
                <a:latin typeface="Times New Roman" panose="02020603050405020304" pitchFamily="18" charset="0"/>
                <a:ea typeface="Adobe 繁黑體 Std B" panose="020B0700000000000000" pitchFamily="34" charset="-120"/>
                <a:cs typeface="Times New Roman" panose="02020603050405020304" pitchFamily="18" charset="0"/>
              </a:rPr>
              <a:t>Outline</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Tree>
    <p:extLst>
      <p:ext uri="{BB962C8B-B14F-4D97-AF65-F5344CB8AC3E}">
        <p14:creationId xmlns:p14="http://schemas.microsoft.com/office/powerpoint/2010/main" val="643860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Short problem statement</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4" name="文字方塊 3">
            <a:extLst>
              <a:ext uri="{FF2B5EF4-FFF2-40B4-BE49-F238E27FC236}">
                <a16:creationId xmlns:a16="http://schemas.microsoft.com/office/drawing/2014/main" id="{42F4E4F4-11C5-AA16-5A49-1D7DD39E3739}"/>
              </a:ext>
            </a:extLst>
          </p:cNvPr>
          <p:cNvSpPr txBox="1"/>
          <p:nvPr/>
        </p:nvSpPr>
        <p:spPr>
          <a:xfrm>
            <a:off x="1304636" y="1550398"/>
            <a:ext cx="10874478" cy="4524315"/>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Objective</a:t>
            </a:r>
          </a:p>
          <a:p>
            <a:r>
              <a:rPr lang="en-US" altLang="zh-TW" dirty="0">
                <a:latin typeface="Times New Roman" panose="02020603050405020304" pitchFamily="18" charset="0"/>
                <a:cs typeface="Times New Roman" panose="02020603050405020304" pitchFamily="18" charset="0"/>
              </a:rPr>
              <a:t>Develop a program that optimizes logic synthesis using a cost function estimator.</a:t>
            </a:r>
          </a:p>
          <a:p>
            <a:r>
              <a:rPr lang="en-US" altLang="zh-TW" dirty="0">
                <a:latin typeface="Times New Roman" panose="02020603050405020304" pitchFamily="18" charset="0"/>
                <a:cs typeface="Times New Roman" panose="02020603050405020304" pitchFamily="18" charset="0"/>
              </a:rPr>
              <a:t>Focus: Minimize the cost via reinforcement learning</a:t>
            </a:r>
          </a:p>
          <a:p>
            <a:endParaRPr lang="en-US" altLang="zh-TW" b="1" dirty="0">
              <a:latin typeface="Times New Roman" panose="02020603050405020304" pitchFamily="18" charset="0"/>
              <a:cs typeface="Times New Roman" panose="02020603050405020304" pitchFamily="18" charset="0"/>
            </a:endParaRPr>
          </a:p>
          <a:p>
            <a:r>
              <a:rPr lang="en-US" altLang="zh-TW" b="1" dirty="0">
                <a:latin typeface="Times New Roman" panose="02020603050405020304" pitchFamily="18" charset="0"/>
                <a:cs typeface="Times New Roman" panose="02020603050405020304" pitchFamily="18" charset="0"/>
              </a:rPr>
              <a:t>Key Updates</a:t>
            </a:r>
          </a:p>
          <a:p>
            <a:r>
              <a:rPr lang="en-US" altLang="zh-TW" dirty="0">
                <a:latin typeface="Times New Roman" panose="02020603050405020304" pitchFamily="18" charset="0"/>
                <a:cs typeface="Times New Roman" panose="02020603050405020304" pitchFamily="18" charset="0"/>
              </a:rPr>
              <a:t>Runtime Limit: Extended to 3 hours per case</a:t>
            </a:r>
          </a:p>
          <a:p>
            <a:r>
              <a:rPr lang="en-US" altLang="zh-TW" dirty="0">
                <a:latin typeface="Times New Roman" panose="02020603050405020304" pitchFamily="18" charset="0"/>
                <a:cs typeface="Times New Roman" panose="02020603050405020304" pitchFamily="18" charset="0"/>
              </a:rPr>
              <a:t>Documentation: Enhanced with JSON format and output example</a:t>
            </a:r>
          </a:p>
          <a:p>
            <a:endParaRPr lang="en-US" altLang="zh-TW" dirty="0">
              <a:latin typeface="Times New Roman" panose="02020603050405020304" pitchFamily="18" charset="0"/>
              <a:cs typeface="Times New Roman" panose="02020603050405020304" pitchFamily="18" charset="0"/>
            </a:endParaRPr>
          </a:p>
          <a:p>
            <a:r>
              <a:rPr lang="en-US" altLang="zh-TW" b="1" dirty="0">
                <a:latin typeface="Times New Roman" panose="02020603050405020304" pitchFamily="18" charset="0"/>
                <a:cs typeface="Times New Roman" panose="02020603050405020304" pitchFamily="18" charset="0"/>
              </a:rPr>
              <a:t>Input and Output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Input: Flattened Verilog netlist, cell library, cost function estimator</a:t>
            </a:r>
          </a:p>
          <a:p>
            <a:r>
              <a:rPr lang="en-US" altLang="zh-TW" dirty="0">
                <a:latin typeface="Times New Roman" panose="02020603050405020304" pitchFamily="18" charset="0"/>
                <a:cs typeface="Times New Roman" panose="02020603050405020304" pitchFamily="18" charset="0"/>
              </a:rPr>
              <a:t>Output: Optimized Verilog netlist</a:t>
            </a:r>
          </a:p>
          <a:p>
            <a:endParaRPr lang="en-US" altLang="zh-TW" dirty="0">
              <a:latin typeface="Times New Roman" panose="02020603050405020304" pitchFamily="18" charset="0"/>
              <a:cs typeface="Times New Roman" panose="02020603050405020304" pitchFamily="18" charset="0"/>
            </a:endParaRPr>
          </a:p>
          <a:p>
            <a:r>
              <a:rPr lang="en-US" altLang="zh-TW" b="1" dirty="0">
                <a:latin typeface="Times New Roman" panose="02020603050405020304" pitchFamily="18" charset="0"/>
                <a:cs typeface="Times New Roman" panose="02020603050405020304" pitchFamily="18" charset="0"/>
              </a:rPr>
              <a:t>Execution Environment</a:t>
            </a:r>
          </a:p>
          <a:p>
            <a:r>
              <a:rPr lang="en-US" altLang="zh-TW" dirty="0">
                <a:latin typeface="Times New Roman" panose="02020603050405020304" pitchFamily="18" charset="0"/>
                <a:cs typeface="Times New Roman" panose="02020603050405020304" pitchFamily="18" charset="0"/>
              </a:rPr>
              <a:t>Must run on Linux</a:t>
            </a:r>
          </a:p>
          <a:p>
            <a:endParaRPr lang="zh-TW" altLang="en-US" dirty="0"/>
          </a:p>
        </p:txBody>
      </p:sp>
    </p:spTree>
    <p:extLst>
      <p:ext uri="{BB962C8B-B14F-4D97-AF65-F5344CB8AC3E}">
        <p14:creationId xmlns:p14="http://schemas.microsoft.com/office/powerpoint/2010/main" val="1827284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13" name="圖片 12" descr="一張含有 文字, 行, 圖表, 繪圖 的圖片&#10;&#10;自動產生的描述">
            <a:extLst>
              <a:ext uri="{FF2B5EF4-FFF2-40B4-BE49-F238E27FC236}">
                <a16:creationId xmlns:a16="http://schemas.microsoft.com/office/drawing/2014/main" id="{1DBF39E7-1587-5BEF-F049-FE6E9853D2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563442"/>
            <a:ext cx="12192000" cy="2842590"/>
          </a:xfrm>
          <a:prstGeom prst="rect">
            <a:avLst/>
          </a:prstGeom>
        </p:spPr>
      </p:pic>
    </p:spTree>
    <p:extLst>
      <p:ext uri="{BB962C8B-B14F-4D97-AF65-F5344CB8AC3E}">
        <p14:creationId xmlns:p14="http://schemas.microsoft.com/office/powerpoint/2010/main" val="3290805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7" name="圖片 6">
            <a:extLst>
              <a:ext uri="{FF2B5EF4-FFF2-40B4-BE49-F238E27FC236}">
                <a16:creationId xmlns:a16="http://schemas.microsoft.com/office/drawing/2014/main" id="{85178B1B-1C1A-23FD-6BD8-99BDD0E3F3B6}"/>
              </a:ext>
            </a:extLst>
          </p:cNvPr>
          <p:cNvPicPr>
            <a:picLocks noChangeAspect="1"/>
          </p:cNvPicPr>
          <p:nvPr/>
        </p:nvPicPr>
        <p:blipFill>
          <a:blip r:embed="rId5"/>
          <a:stretch>
            <a:fillRect/>
          </a:stretch>
        </p:blipFill>
        <p:spPr>
          <a:xfrm>
            <a:off x="1417320" y="1772298"/>
            <a:ext cx="8336280" cy="4399900"/>
          </a:xfrm>
          <a:prstGeom prst="rect">
            <a:avLst/>
          </a:prstGeom>
        </p:spPr>
      </p:pic>
    </p:spTree>
    <p:extLst>
      <p:ext uri="{BB962C8B-B14F-4D97-AF65-F5344CB8AC3E}">
        <p14:creationId xmlns:p14="http://schemas.microsoft.com/office/powerpoint/2010/main" val="2874140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9" name="圖片 8">
            <a:extLst>
              <a:ext uri="{FF2B5EF4-FFF2-40B4-BE49-F238E27FC236}">
                <a16:creationId xmlns:a16="http://schemas.microsoft.com/office/drawing/2014/main" id="{CE6061FF-2F80-362C-EE81-C870BD79C0D2}"/>
              </a:ext>
            </a:extLst>
          </p:cNvPr>
          <p:cNvPicPr>
            <a:picLocks noChangeAspect="1"/>
          </p:cNvPicPr>
          <p:nvPr/>
        </p:nvPicPr>
        <p:blipFill>
          <a:blip r:embed="rId5"/>
          <a:stretch>
            <a:fillRect/>
          </a:stretch>
        </p:blipFill>
        <p:spPr>
          <a:xfrm>
            <a:off x="1304636" y="1728569"/>
            <a:ext cx="8190347" cy="4382667"/>
          </a:xfrm>
          <a:prstGeom prst="rect">
            <a:avLst/>
          </a:prstGeom>
        </p:spPr>
      </p:pic>
    </p:spTree>
    <p:extLst>
      <p:ext uri="{BB962C8B-B14F-4D97-AF65-F5344CB8AC3E}">
        <p14:creationId xmlns:p14="http://schemas.microsoft.com/office/powerpoint/2010/main" val="231382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7" name="圖片 6">
            <a:extLst>
              <a:ext uri="{FF2B5EF4-FFF2-40B4-BE49-F238E27FC236}">
                <a16:creationId xmlns:a16="http://schemas.microsoft.com/office/drawing/2014/main" id="{80A5C709-4752-64C5-8145-85F483BFCB44}"/>
              </a:ext>
            </a:extLst>
          </p:cNvPr>
          <p:cNvPicPr>
            <a:picLocks noChangeAspect="1"/>
          </p:cNvPicPr>
          <p:nvPr/>
        </p:nvPicPr>
        <p:blipFill>
          <a:blip r:embed="rId5"/>
          <a:stretch>
            <a:fillRect/>
          </a:stretch>
        </p:blipFill>
        <p:spPr>
          <a:xfrm>
            <a:off x="2241299" y="1728570"/>
            <a:ext cx="6688165" cy="4361358"/>
          </a:xfrm>
          <a:prstGeom prst="rect">
            <a:avLst/>
          </a:prstGeom>
        </p:spPr>
      </p:pic>
    </p:spTree>
    <p:extLst>
      <p:ext uri="{BB962C8B-B14F-4D97-AF65-F5344CB8AC3E}">
        <p14:creationId xmlns:p14="http://schemas.microsoft.com/office/powerpoint/2010/main" val="1096735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7" name="圖片 6">
            <a:extLst>
              <a:ext uri="{FF2B5EF4-FFF2-40B4-BE49-F238E27FC236}">
                <a16:creationId xmlns:a16="http://schemas.microsoft.com/office/drawing/2014/main" id="{80A5C709-4752-64C5-8145-85F483BFCB44}"/>
              </a:ext>
            </a:extLst>
          </p:cNvPr>
          <p:cNvPicPr>
            <a:picLocks noChangeAspect="1"/>
          </p:cNvPicPr>
          <p:nvPr/>
        </p:nvPicPr>
        <p:blipFill>
          <a:blip r:embed="rId5"/>
          <a:stretch>
            <a:fillRect/>
          </a:stretch>
        </p:blipFill>
        <p:spPr>
          <a:xfrm>
            <a:off x="2241299" y="1728570"/>
            <a:ext cx="6688165" cy="4361358"/>
          </a:xfrm>
          <a:prstGeom prst="rect">
            <a:avLst/>
          </a:prstGeom>
        </p:spPr>
      </p:pic>
    </p:spTree>
    <p:extLst>
      <p:ext uri="{BB962C8B-B14F-4D97-AF65-F5344CB8AC3E}">
        <p14:creationId xmlns:p14="http://schemas.microsoft.com/office/powerpoint/2010/main" val="102958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9" name="圖片 8">
            <a:extLst>
              <a:ext uri="{FF2B5EF4-FFF2-40B4-BE49-F238E27FC236}">
                <a16:creationId xmlns:a16="http://schemas.microsoft.com/office/drawing/2014/main" id="{B83A89AB-CC37-889E-C969-E0280D46A90C}"/>
              </a:ext>
            </a:extLst>
          </p:cNvPr>
          <p:cNvPicPr>
            <a:picLocks noChangeAspect="1"/>
          </p:cNvPicPr>
          <p:nvPr/>
        </p:nvPicPr>
        <p:blipFill>
          <a:blip r:embed="rId5"/>
          <a:stretch>
            <a:fillRect/>
          </a:stretch>
        </p:blipFill>
        <p:spPr>
          <a:xfrm>
            <a:off x="1515064" y="1550398"/>
            <a:ext cx="7796576" cy="5017478"/>
          </a:xfrm>
          <a:prstGeom prst="rect">
            <a:avLst/>
          </a:prstGeom>
        </p:spPr>
      </p:pic>
    </p:spTree>
    <p:extLst>
      <p:ext uri="{BB962C8B-B14F-4D97-AF65-F5344CB8AC3E}">
        <p14:creationId xmlns:p14="http://schemas.microsoft.com/office/powerpoint/2010/main" val="4231787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7" name="圖片 6">
            <a:extLst>
              <a:ext uri="{FF2B5EF4-FFF2-40B4-BE49-F238E27FC236}">
                <a16:creationId xmlns:a16="http://schemas.microsoft.com/office/drawing/2014/main" id="{DD5D3F92-F6D3-2D58-C2C4-C189CF038C3F}"/>
              </a:ext>
            </a:extLst>
          </p:cNvPr>
          <p:cNvPicPr>
            <a:picLocks noChangeAspect="1"/>
          </p:cNvPicPr>
          <p:nvPr/>
        </p:nvPicPr>
        <p:blipFill>
          <a:blip r:embed="rId5"/>
          <a:stretch>
            <a:fillRect/>
          </a:stretch>
        </p:blipFill>
        <p:spPr>
          <a:xfrm>
            <a:off x="1304636" y="1648202"/>
            <a:ext cx="7936319" cy="4935478"/>
          </a:xfrm>
          <a:prstGeom prst="rect">
            <a:avLst/>
          </a:prstGeom>
        </p:spPr>
      </p:pic>
    </p:spTree>
    <p:extLst>
      <p:ext uri="{BB962C8B-B14F-4D97-AF65-F5344CB8AC3E}">
        <p14:creationId xmlns:p14="http://schemas.microsoft.com/office/powerpoint/2010/main" val="3238681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5"/>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pic>
        <p:nvPicPr>
          <p:cNvPr id="9" name="視訊 4">
            <a:hlinkClick r:id="" action="ppaction://media"/>
            <a:extLst>
              <a:ext uri="{FF2B5EF4-FFF2-40B4-BE49-F238E27FC236}">
                <a16:creationId xmlns:a16="http://schemas.microsoft.com/office/drawing/2014/main" id="{2FDC96E2-BD2C-3BFC-BAD8-A5B496C0B76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721657" y="1973148"/>
            <a:ext cx="8031943" cy="4342269"/>
          </a:xfrm>
          <a:prstGeom prst="rect">
            <a:avLst/>
          </a:prstGeom>
        </p:spPr>
      </p:pic>
    </p:spTree>
    <p:extLst>
      <p:ext uri="{BB962C8B-B14F-4D97-AF65-F5344CB8AC3E}">
        <p14:creationId xmlns:p14="http://schemas.microsoft.com/office/powerpoint/2010/main" val="54249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03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56315" cy="584775"/>
          </a:xfrm>
          <a:prstGeom prst="rect">
            <a:avLst/>
          </a:prstGeom>
          <a:noFill/>
        </p:spPr>
        <p:txBody>
          <a:bodyPr wrap="square" rtlCol="0">
            <a:spAutoFit/>
          </a:bodyPr>
          <a:lstStyle/>
          <a:p>
            <a:r>
              <a:rPr lang="en-US" altLang="zh-TW" sz="3200" b="1" dirty="0">
                <a:latin typeface="Adobe 繁黑體 Std B" panose="020B0700000000000000" pitchFamily="34" charset="-120"/>
                <a:ea typeface="Adobe 繁黑體 Std B" panose="020B0700000000000000" pitchFamily="34" charset="-120"/>
              </a:rPr>
              <a:t>Reinforcement Learning version(undone)</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7" name="文字方塊 6">
            <a:extLst>
              <a:ext uri="{FF2B5EF4-FFF2-40B4-BE49-F238E27FC236}">
                <a16:creationId xmlns:a16="http://schemas.microsoft.com/office/drawing/2014/main" id="{F45A38D8-4E68-516E-49B8-6CEC136E37D5}"/>
              </a:ext>
            </a:extLst>
          </p:cNvPr>
          <p:cNvSpPr txBox="1"/>
          <p:nvPr/>
        </p:nvSpPr>
        <p:spPr>
          <a:xfrm>
            <a:off x="1126056" y="1728570"/>
            <a:ext cx="9123651" cy="2308324"/>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Problem:  </a:t>
            </a:r>
          </a:p>
          <a:p>
            <a:r>
              <a:rPr lang="en-US" altLang="zh-TW" sz="2400" dirty="0">
                <a:latin typeface="Times New Roman" panose="02020603050405020304" pitchFamily="18" charset="0"/>
                <a:cs typeface="Times New Roman" panose="02020603050405020304" pitchFamily="18" charset="0"/>
              </a:rPr>
              <a:t>           1.Action design isn’t very thorough</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           2.When optimizing .v file ,there’s a risk of introducing formatting</a:t>
            </a:r>
          </a:p>
          <a:p>
            <a:r>
              <a:rPr lang="en-US" altLang="zh-TW" sz="2400" dirty="0">
                <a:latin typeface="Times New Roman" panose="02020603050405020304" pitchFamily="18" charset="0"/>
                <a:cs typeface="Times New Roman" panose="02020603050405020304" pitchFamily="18" charset="0"/>
              </a:rPr>
              <a:t>	  errors that can cause runtime issues with the executable.</a:t>
            </a:r>
          </a:p>
          <a:p>
            <a:endParaRPr lang="zh-TW" altLang="en-US" sz="2400"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662090EC-8C35-C6C4-D3F6-9E55EAFE39B7}"/>
              </a:ext>
            </a:extLst>
          </p:cNvPr>
          <p:cNvPicPr>
            <a:picLocks noChangeAspect="1"/>
          </p:cNvPicPr>
          <p:nvPr/>
        </p:nvPicPr>
        <p:blipFill>
          <a:blip r:embed="rId5"/>
          <a:stretch>
            <a:fillRect/>
          </a:stretch>
        </p:blipFill>
        <p:spPr>
          <a:xfrm>
            <a:off x="1942293" y="3672450"/>
            <a:ext cx="3384619" cy="2315170"/>
          </a:xfrm>
          <a:prstGeom prst="rect">
            <a:avLst/>
          </a:prstGeom>
        </p:spPr>
      </p:pic>
    </p:spTree>
    <p:extLst>
      <p:ext uri="{BB962C8B-B14F-4D97-AF65-F5344CB8AC3E}">
        <p14:creationId xmlns:p14="http://schemas.microsoft.com/office/powerpoint/2010/main" val="4048650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T</a:t>
            </a:r>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ools: </a:t>
            </a:r>
            <a:r>
              <a:rPr lang="en-US" altLang="zh-TW" sz="3200" b="1" i="0" u="none" strike="noStrike" baseline="0" dirty="0" err="1">
                <a:solidFill>
                  <a:srgbClr val="000000"/>
                </a:solidFill>
                <a:latin typeface="Times New Roman" panose="02020603050405020304" pitchFamily="18" charset="0"/>
                <a:cs typeface="Times New Roman" panose="02020603050405020304" pitchFamily="18" charset="0"/>
              </a:rPr>
              <a:t>Yosys</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4" name="文字方塊 3">
            <a:extLst>
              <a:ext uri="{FF2B5EF4-FFF2-40B4-BE49-F238E27FC236}">
                <a16:creationId xmlns:a16="http://schemas.microsoft.com/office/drawing/2014/main" id="{D24F6B4C-5777-EB4C-B874-81A33B95663D}"/>
              </a:ext>
            </a:extLst>
          </p:cNvPr>
          <p:cNvSpPr txBox="1"/>
          <p:nvPr/>
        </p:nvSpPr>
        <p:spPr>
          <a:xfrm>
            <a:off x="1367688" y="2059394"/>
            <a:ext cx="8190347" cy="2739211"/>
          </a:xfrm>
          <a:prstGeom prst="rect">
            <a:avLst/>
          </a:prstGeom>
          <a:noFill/>
        </p:spPr>
        <p:txBody>
          <a:bodyPr wrap="square" rtlCol="0">
            <a:spAutoFit/>
          </a:bodyPr>
          <a:lstStyle/>
          <a:p>
            <a:r>
              <a:rPr lang="en-US" altLang="zh-TW" sz="2400" dirty="0" err="1">
                <a:latin typeface="Times New Roman" panose="02020603050405020304" pitchFamily="18" charset="0"/>
                <a:cs typeface="Times New Roman" panose="02020603050405020304" pitchFamily="18" charset="0"/>
              </a:rPr>
              <a:t>Yosys</a:t>
            </a:r>
            <a:r>
              <a:rPr lang="en-US" altLang="zh-TW" sz="2400" dirty="0">
                <a:latin typeface="Times New Roman" panose="02020603050405020304" pitchFamily="18" charset="0"/>
                <a:cs typeface="Times New Roman" panose="02020603050405020304" pitchFamily="18" charset="0"/>
              </a:rPr>
              <a:t> is a framework for Verilog RTL synthesis:</a:t>
            </a: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Handles almost all synthesizable Verilog-2005 designs.</a:t>
            </a:r>
          </a:p>
          <a:p>
            <a:pPr marL="800100" lvl="1"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Built-in formal verification properties and equivalence checking methods.</a:t>
            </a:r>
          </a:p>
          <a:p>
            <a:pPr marL="285750" indent="-285750">
              <a:buFont typeface="Arial" panose="020B0604020202020204" pitchFamily="34" charset="0"/>
              <a:buChar char="•"/>
            </a:pPr>
            <a:endParaRPr lang="en-US" altLang="zh-TW"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Foundation and/or frontend for custom workflows.</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7158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T</a:t>
            </a:r>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ools: </a:t>
            </a:r>
            <a:r>
              <a:rPr lang="en-US" altLang="zh-TW" sz="3200" b="1" i="0" u="none" strike="noStrike" baseline="0" dirty="0" err="1">
                <a:solidFill>
                  <a:srgbClr val="000000"/>
                </a:solidFill>
                <a:latin typeface="Times New Roman" panose="02020603050405020304" pitchFamily="18" charset="0"/>
                <a:cs typeface="Times New Roman" panose="02020603050405020304" pitchFamily="18" charset="0"/>
              </a:rPr>
              <a:t>Yosys</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7" name="文字方塊 6">
            <a:extLst>
              <a:ext uri="{FF2B5EF4-FFF2-40B4-BE49-F238E27FC236}">
                <a16:creationId xmlns:a16="http://schemas.microsoft.com/office/drawing/2014/main" id="{74124258-CC03-A343-50E9-97034988A00A}"/>
              </a:ext>
            </a:extLst>
          </p:cNvPr>
          <p:cNvSpPr txBox="1"/>
          <p:nvPr/>
        </p:nvSpPr>
        <p:spPr>
          <a:xfrm>
            <a:off x="1304636" y="1945758"/>
            <a:ext cx="8190347" cy="2308324"/>
          </a:xfrm>
          <a:prstGeom prst="rect">
            <a:avLst/>
          </a:prstGeom>
          <a:noFill/>
        </p:spPr>
        <p:txBody>
          <a:bodyPr wrap="square" rtlCol="0">
            <a:spAutoFit/>
          </a:bodyPr>
          <a:lstStyle/>
          <a:p>
            <a:r>
              <a:rPr lang="en-US" altLang="zh-TW" sz="2400" dirty="0" err="1">
                <a:latin typeface="Times New Roman" panose="02020603050405020304" pitchFamily="18" charset="0"/>
                <a:cs typeface="Times New Roman" panose="02020603050405020304" pitchFamily="18" charset="0"/>
              </a:rPr>
              <a:t>Yosys</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Tcl</a:t>
            </a:r>
            <a:r>
              <a:rPr lang="en-US" altLang="zh-TW" sz="2400" dirty="0">
                <a:latin typeface="Times New Roman" panose="02020603050405020304" pitchFamily="18" charset="0"/>
                <a:cs typeface="Times New Roman" panose="02020603050405020304" pitchFamily="18" charset="0"/>
              </a:rPr>
              <a:t> script:</a:t>
            </a:r>
          </a:p>
          <a:p>
            <a:pPr marL="800100" lvl="1"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TW" sz="2000" dirty="0" err="1">
                <a:latin typeface="Times New Roman" panose="02020603050405020304" pitchFamily="18" charset="0"/>
                <a:cs typeface="Times New Roman" panose="02020603050405020304" pitchFamily="18" charset="0"/>
              </a:rPr>
              <a:t>read_verilog</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mydesign.v</a:t>
            </a: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hierarchy -check -top </a:t>
            </a:r>
            <a:r>
              <a:rPr lang="en-US" altLang="zh-TW" sz="2000" dirty="0" err="1">
                <a:latin typeface="Times New Roman" panose="02020603050405020304" pitchFamily="18" charset="0"/>
                <a:cs typeface="Times New Roman" panose="02020603050405020304" pitchFamily="18" charset="0"/>
              </a:rPr>
              <a:t>mytop</a:t>
            </a: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TW" sz="2000" dirty="0" err="1"/>
              <a:t>techmap</a:t>
            </a:r>
            <a:r>
              <a:rPr lang="en-US" altLang="zh-TW" sz="2000" dirty="0"/>
              <a:t> opt</a:t>
            </a:r>
            <a:endParaRPr lang="en-US" altLang="zh-TW" sz="2000"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41DFAB72-E08C-F580-5141-FCF2C148F180}"/>
              </a:ext>
            </a:extLst>
          </p:cNvPr>
          <p:cNvPicPr>
            <a:picLocks noChangeAspect="1"/>
          </p:cNvPicPr>
          <p:nvPr/>
        </p:nvPicPr>
        <p:blipFill>
          <a:blip r:embed="rId5"/>
          <a:stretch>
            <a:fillRect/>
          </a:stretch>
        </p:blipFill>
        <p:spPr>
          <a:xfrm>
            <a:off x="2343151" y="4649442"/>
            <a:ext cx="7346742" cy="913585"/>
          </a:xfrm>
          <a:prstGeom prst="rect">
            <a:avLst/>
          </a:prstGeom>
        </p:spPr>
      </p:pic>
    </p:spTree>
    <p:extLst>
      <p:ext uri="{BB962C8B-B14F-4D97-AF65-F5344CB8AC3E}">
        <p14:creationId xmlns:p14="http://schemas.microsoft.com/office/powerpoint/2010/main" val="3341806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T</a:t>
            </a:r>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ools: </a:t>
            </a:r>
            <a:r>
              <a:rPr lang="en-US" altLang="zh-TW" sz="3200" b="1" i="0" u="none" strike="noStrike" baseline="0" dirty="0" err="1">
                <a:solidFill>
                  <a:srgbClr val="000000"/>
                </a:solidFill>
                <a:latin typeface="Times New Roman" panose="02020603050405020304" pitchFamily="18" charset="0"/>
                <a:cs typeface="Times New Roman" panose="02020603050405020304" pitchFamily="18" charset="0"/>
              </a:rPr>
              <a:t>Yosys</a:t>
            </a:r>
            <a:endParaRPr lang="zh-TW" altLang="en-US" sz="3200" b="1" dirty="0">
              <a:latin typeface="Adobe 繁黑體 Std B" panose="020B0700000000000000" pitchFamily="34" charset="-12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7" name="文字方塊 6">
            <a:extLst>
              <a:ext uri="{FF2B5EF4-FFF2-40B4-BE49-F238E27FC236}">
                <a16:creationId xmlns:a16="http://schemas.microsoft.com/office/drawing/2014/main" id="{74124258-CC03-A343-50E9-97034988A00A}"/>
              </a:ext>
            </a:extLst>
          </p:cNvPr>
          <p:cNvSpPr txBox="1"/>
          <p:nvPr/>
        </p:nvSpPr>
        <p:spPr>
          <a:xfrm>
            <a:off x="1304636" y="2505090"/>
            <a:ext cx="6233848" cy="2308324"/>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Example for optimization netlist:</a:t>
            </a:r>
          </a:p>
          <a:p>
            <a:pPr marL="800100" lvl="1"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For each two input cells, </a:t>
            </a:r>
          </a:p>
          <a:p>
            <a:pPr lvl="1"/>
            <a:r>
              <a:rPr lang="en-US" altLang="zh-TW" sz="2000" dirty="0">
                <a:latin typeface="Times New Roman" panose="02020603050405020304" pitchFamily="18" charset="0"/>
                <a:cs typeface="Times New Roman" panose="02020603050405020304" pitchFamily="18" charset="0"/>
              </a:rPr>
              <a:t>     (except for </a:t>
            </a:r>
            <a:r>
              <a:rPr lang="en-US" altLang="zh-TW" sz="2000" dirty="0" err="1">
                <a:latin typeface="Times New Roman" panose="02020603050405020304" pitchFamily="18" charset="0"/>
                <a:cs typeface="Times New Roman" panose="02020603050405020304" pitchFamily="18" charset="0"/>
              </a:rPr>
              <a:t>buf</a:t>
            </a:r>
            <a:r>
              <a:rPr lang="en-US" altLang="zh-TW" sz="2000" dirty="0">
                <a:latin typeface="Times New Roman" panose="02020603050405020304" pitchFamily="18" charset="0"/>
                <a:cs typeface="Times New Roman" panose="02020603050405020304" pitchFamily="18" charset="0"/>
              </a:rPr>
              <a:t> and not gate )</a:t>
            </a:r>
          </a:p>
          <a:p>
            <a:pPr lvl="1"/>
            <a:r>
              <a:rPr lang="en-US" altLang="zh-TW" sz="2000" dirty="0">
                <a:latin typeface="Times New Roman" panose="02020603050405020304" pitchFamily="18" charset="0"/>
                <a:cs typeface="Times New Roman" panose="02020603050405020304" pitchFamily="18" charset="0"/>
              </a:rPr>
              <a:t>      input pin : A</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B</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output pin : Y</a:t>
            </a:r>
          </a:p>
          <a:p>
            <a:pPr lvl="1"/>
            <a:endParaRPr lang="en-US" altLang="zh-TW" sz="2000" dirty="0">
              <a:latin typeface="Times New Roman" panose="02020603050405020304" pitchFamily="18" charset="0"/>
              <a:cs typeface="Times New Roman" panose="02020603050405020304" pitchFamily="18" charset="0"/>
            </a:endParaRPr>
          </a:p>
          <a:p>
            <a:pPr lvl="1"/>
            <a:r>
              <a:rPr lang="en-US" altLang="zh-TW" sz="2000" dirty="0">
                <a:latin typeface="Times New Roman" panose="02020603050405020304" pitchFamily="18" charset="0"/>
                <a:cs typeface="Times New Roman" panose="02020603050405020304" pitchFamily="18" charset="0"/>
              </a:rPr>
              <a:t>  </a:t>
            </a:r>
          </a:p>
        </p:txBody>
      </p:sp>
      <p:pic>
        <p:nvPicPr>
          <p:cNvPr id="12" name="圖片 11">
            <a:extLst>
              <a:ext uri="{FF2B5EF4-FFF2-40B4-BE49-F238E27FC236}">
                <a16:creationId xmlns:a16="http://schemas.microsoft.com/office/drawing/2014/main" id="{3BD28E86-0E34-0B36-C499-A70BED956FC5}"/>
              </a:ext>
            </a:extLst>
          </p:cNvPr>
          <p:cNvPicPr>
            <a:picLocks noChangeAspect="1"/>
          </p:cNvPicPr>
          <p:nvPr/>
        </p:nvPicPr>
        <p:blipFill>
          <a:blip r:embed="rId5"/>
          <a:stretch>
            <a:fillRect/>
          </a:stretch>
        </p:blipFill>
        <p:spPr>
          <a:xfrm>
            <a:off x="7704033" y="2252147"/>
            <a:ext cx="1790950" cy="3648584"/>
          </a:xfrm>
          <a:prstGeom prst="rect">
            <a:avLst/>
          </a:prstGeom>
        </p:spPr>
      </p:pic>
    </p:spTree>
    <p:extLst>
      <p:ext uri="{BB962C8B-B14F-4D97-AF65-F5344CB8AC3E}">
        <p14:creationId xmlns:p14="http://schemas.microsoft.com/office/powerpoint/2010/main" val="2038743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sp>
        <p:nvSpPr>
          <p:cNvPr id="6" name="文字方塊 5">
            <a:extLst>
              <a:ext uri="{FF2B5EF4-FFF2-40B4-BE49-F238E27FC236}">
                <a16:creationId xmlns:a16="http://schemas.microsoft.com/office/drawing/2014/main" id="{5BED5711-07E7-2DDC-B599-42ABEEA3D518}"/>
              </a:ext>
            </a:extLst>
          </p:cNvPr>
          <p:cNvSpPr txBox="1"/>
          <p:nvPr/>
        </p:nvSpPr>
        <p:spPr>
          <a:xfrm>
            <a:off x="424872" y="470931"/>
            <a:ext cx="10075980" cy="584775"/>
          </a:xfrm>
          <a:prstGeom prst="rect">
            <a:avLst/>
          </a:prstGeom>
          <a:noFill/>
        </p:spPr>
        <p:txBody>
          <a:bodyPr wrap="square" rtlCol="0">
            <a:spAutoFit/>
          </a:bodyPr>
          <a:lstStyle/>
          <a:p>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Final version algorithm - </a:t>
            </a:r>
            <a:r>
              <a:rPr lang="en-US" altLang="zh-TW" sz="3200" b="1" dirty="0">
                <a:latin typeface="Times New Roman" panose="02020603050405020304" pitchFamily="18" charset="0"/>
                <a:cs typeface="Times New Roman" panose="02020603050405020304" pitchFamily="18" charset="0"/>
              </a:rPr>
              <a:t>Genetic Algorithm</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14" name="文字方塊 13">
            <a:extLst>
              <a:ext uri="{FF2B5EF4-FFF2-40B4-BE49-F238E27FC236}">
                <a16:creationId xmlns:a16="http://schemas.microsoft.com/office/drawing/2014/main" id="{43320DC3-2836-4427-B288-2381671A8968}"/>
              </a:ext>
            </a:extLst>
          </p:cNvPr>
          <p:cNvSpPr txBox="1"/>
          <p:nvPr/>
        </p:nvSpPr>
        <p:spPr>
          <a:xfrm>
            <a:off x="1096969" y="1876906"/>
            <a:ext cx="10874478" cy="1754326"/>
          </a:xfrm>
          <a:prstGeom prst="rect">
            <a:avLst/>
          </a:prstGeom>
          <a:noFill/>
        </p:spPr>
        <p:txBody>
          <a:bodyPr wrap="square" rtlCol="0">
            <a:spAutoFit/>
          </a:bodyPr>
          <a:lstStyle/>
          <a:p>
            <a:r>
              <a:rPr lang="en-US" altLang="zh-TW" dirty="0"/>
              <a:t>We have obtained the optimized results from YOSYS. </a:t>
            </a:r>
          </a:p>
          <a:p>
            <a:endParaRPr lang="en-US" altLang="zh-TW" dirty="0"/>
          </a:p>
          <a:p>
            <a:r>
              <a:rPr lang="en-US" altLang="zh-TW" dirty="0"/>
              <a:t>Next, we use </a:t>
            </a:r>
            <a:r>
              <a:rPr lang="en-US" altLang="zh-TW" b="1" dirty="0"/>
              <a:t>Genetic Algorithm (GA) </a:t>
            </a:r>
            <a:r>
              <a:rPr lang="en-US" altLang="zh-TW" dirty="0"/>
              <a:t>to determine which specific type of logic gate to use for each gate.</a:t>
            </a:r>
          </a:p>
          <a:p>
            <a:endParaRPr lang="en-US" altLang="zh-TW" dirty="0"/>
          </a:p>
          <a:p>
            <a:r>
              <a:rPr lang="en-US" altLang="zh-TW" b="1" dirty="0"/>
              <a:t>GA Objective: </a:t>
            </a:r>
            <a:r>
              <a:rPr lang="en-US" altLang="zh-TW" dirty="0"/>
              <a:t>Derive an array indicating the specific type (by index) of each logic gate for the entire netlist.</a:t>
            </a:r>
          </a:p>
          <a:p>
            <a:endParaRPr lang="en-US" altLang="zh-TW" dirty="0"/>
          </a:p>
        </p:txBody>
      </p:sp>
      <p:pic>
        <p:nvPicPr>
          <p:cNvPr id="18" name="圖片 17">
            <a:extLst>
              <a:ext uri="{FF2B5EF4-FFF2-40B4-BE49-F238E27FC236}">
                <a16:creationId xmlns:a16="http://schemas.microsoft.com/office/drawing/2014/main" id="{F48C418B-4854-499E-94B3-56586520C4DE}"/>
              </a:ext>
            </a:extLst>
          </p:cNvPr>
          <p:cNvPicPr>
            <a:picLocks noChangeAspect="1"/>
          </p:cNvPicPr>
          <p:nvPr/>
        </p:nvPicPr>
        <p:blipFill>
          <a:blip r:embed="rId5"/>
          <a:stretch>
            <a:fillRect/>
          </a:stretch>
        </p:blipFill>
        <p:spPr>
          <a:xfrm>
            <a:off x="1229940" y="3524441"/>
            <a:ext cx="9144001" cy="1967323"/>
          </a:xfrm>
          <a:prstGeom prst="rect">
            <a:avLst/>
          </a:prstGeom>
        </p:spPr>
      </p:pic>
    </p:spTree>
    <p:extLst>
      <p:ext uri="{BB962C8B-B14F-4D97-AF65-F5344CB8AC3E}">
        <p14:creationId xmlns:p14="http://schemas.microsoft.com/office/powerpoint/2010/main" val="39647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7" name="文字方塊 6">
            <a:extLst>
              <a:ext uri="{FF2B5EF4-FFF2-40B4-BE49-F238E27FC236}">
                <a16:creationId xmlns:a16="http://schemas.microsoft.com/office/drawing/2014/main" id="{B2628A3F-E5EB-4D18-9128-0D89220C27C4}"/>
              </a:ext>
            </a:extLst>
          </p:cNvPr>
          <p:cNvSpPr txBox="1"/>
          <p:nvPr/>
        </p:nvSpPr>
        <p:spPr>
          <a:xfrm>
            <a:off x="424872" y="470931"/>
            <a:ext cx="10075980" cy="584775"/>
          </a:xfrm>
          <a:prstGeom prst="rect">
            <a:avLst/>
          </a:prstGeom>
          <a:noFill/>
        </p:spPr>
        <p:txBody>
          <a:bodyPr wrap="square" rtlCol="0">
            <a:spAutoFit/>
          </a:bodyPr>
          <a:lstStyle/>
          <a:p>
            <a:r>
              <a:rPr lang="en-US" altLang="zh-TW" sz="3200" b="1" dirty="0">
                <a:latin typeface="Times New Roman" panose="02020603050405020304" pitchFamily="18" charset="0"/>
                <a:cs typeface="Times New Roman" panose="02020603050405020304" pitchFamily="18" charset="0"/>
              </a:rPr>
              <a:t>Genetic Algorithm – Data Structure and Detail</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
        <p:nvSpPr>
          <p:cNvPr id="9" name="文字方塊 8">
            <a:extLst>
              <a:ext uri="{FF2B5EF4-FFF2-40B4-BE49-F238E27FC236}">
                <a16:creationId xmlns:a16="http://schemas.microsoft.com/office/drawing/2014/main" id="{3E323DAE-08A1-4198-AAEB-7CF477C6EC83}"/>
              </a:ext>
            </a:extLst>
          </p:cNvPr>
          <p:cNvSpPr txBox="1"/>
          <p:nvPr/>
        </p:nvSpPr>
        <p:spPr>
          <a:xfrm>
            <a:off x="1065090" y="3801758"/>
            <a:ext cx="10874478" cy="923330"/>
          </a:xfrm>
          <a:prstGeom prst="rect">
            <a:avLst/>
          </a:prstGeom>
          <a:noFill/>
        </p:spPr>
        <p:txBody>
          <a:bodyPr wrap="square" rtlCol="0">
            <a:spAutoFit/>
          </a:bodyPr>
          <a:lstStyle/>
          <a:p>
            <a:r>
              <a:rPr lang="en-US" altLang="zh-TW" b="1" dirty="0"/>
              <a:t>Initial Population (Array):</a:t>
            </a:r>
          </a:p>
          <a:p>
            <a:endParaRPr lang="en-US" altLang="zh-TW" b="1" dirty="0"/>
          </a:p>
          <a:p>
            <a:endParaRPr lang="en-US" altLang="zh-TW" b="1" dirty="0"/>
          </a:p>
        </p:txBody>
      </p:sp>
      <p:sp>
        <p:nvSpPr>
          <p:cNvPr id="13" name="文字方塊 12">
            <a:extLst>
              <a:ext uri="{FF2B5EF4-FFF2-40B4-BE49-F238E27FC236}">
                <a16:creationId xmlns:a16="http://schemas.microsoft.com/office/drawing/2014/main" id="{A6F06F67-7AD3-42CD-9103-A23E6D0D26C2}"/>
              </a:ext>
            </a:extLst>
          </p:cNvPr>
          <p:cNvSpPr txBox="1"/>
          <p:nvPr/>
        </p:nvSpPr>
        <p:spPr>
          <a:xfrm>
            <a:off x="1065087" y="1850045"/>
            <a:ext cx="10874478" cy="923330"/>
          </a:xfrm>
          <a:prstGeom prst="rect">
            <a:avLst/>
          </a:prstGeom>
          <a:noFill/>
        </p:spPr>
        <p:txBody>
          <a:bodyPr wrap="square" rtlCol="0">
            <a:spAutoFit/>
          </a:bodyPr>
          <a:lstStyle/>
          <a:p>
            <a:r>
              <a:rPr lang="en-US" altLang="zh-TW" b="1" dirty="0"/>
              <a:t>GA constraint (hash table):</a:t>
            </a:r>
          </a:p>
          <a:p>
            <a:endParaRPr lang="en-US" altLang="zh-TW" b="1" dirty="0"/>
          </a:p>
          <a:p>
            <a:endParaRPr lang="en-US" altLang="zh-TW" b="1" dirty="0"/>
          </a:p>
        </p:txBody>
      </p:sp>
      <p:graphicFrame>
        <p:nvGraphicFramePr>
          <p:cNvPr id="15" name="表格 15">
            <a:extLst>
              <a:ext uri="{FF2B5EF4-FFF2-40B4-BE49-F238E27FC236}">
                <a16:creationId xmlns:a16="http://schemas.microsoft.com/office/drawing/2014/main" id="{E6D6E4DF-22C7-4BBC-AF76-DC4EEAC1D1F4}"/>
              </a:ext>
            </a:extLst>
          </p:cNvPr>
          <p:cNvGraphicFramePr>
            <a:graphicFrameLocks noGrp="1"/>
          </p:cNvGraphicFramePr>
          <p:nvPr>
            <p:extLst>
              <p:ext uri="{D42A27DB-BD31-4B8C-83A1-F6EECF244321}">
                <p14:modId xmlns:p14="http://schemas.microsoft.com/office/powerpoint/2010/main" val="3288537175"/>
              </p:ext>
            </p:extLst>
          </p:nvPr>
        </p:nvGraphicFramePr>
        <p:xfrm>
          <a:off x="1366981" y="2311710"/>
          <a:ext cx="8128002" cy="1280160"/>
        </p:xfrm>
        <a:graphic>
          <a:graphicData uri="http://schemas.openxmlformats.org/drawingml/2006/table">
            <a:tbl>
              <a:tblPr firstRow="1" bandRow="1">
                <a:tableStyleId>{5940675A-B579-460E-94D1-54222C63F5DA}</a:tableStyleId>
              </a:tblPr>
              <a:tblGrid>
                <a:gridCol w="2146762">
                  <a:extLst>
                    <a:ext uri="{9D8B030D-6E8A-4147-A177-3AD203B41FA5}">
                      <a16:colId xmlns:a16="http://schemas.microsoft.com/office/drawing/2014/main" val="1952460939"/>
                    </a:ext>
                  </a:extLst>
                </a:gridCol>
                <a:gridCol w="747655">
                  <a:extLst>
                    <a:ext uri="{9D8B030D-6E8A-4147-A177-3AD203B41FA5}">
                      <a16:colId xmlns:a16="http://schemas.microsoft.com/office/drawing/2014/main" val="150432450"/>
                    </a:ext>
                  </a:extLst>
                </a:gridCol>
                <a:gridCol w="747655">
                  <a:extLst>
                    <a:ext uri="{9D8B030D-6E8A-4147-A177-3AD203B41FA5}">
                      <a16:colId xmlns:a16="http://schemas.microsoft.com/office/drawing/2014/main" val="2430457039"/>
                    </a:ext>
                  </a:extLst>
                </a:gridCol>
                <a:gridCol w="747655">
                  <a:extLst>
                    <a:ext uri="{9D8B030D-6E8A-4147-A177-3AD203B41FA5}">
                      <a16:colId xmlns:a16="http://schemas.microsoft.com/office/drawing/2014/main" val="366109727"/>
                    </a:ext>
                  </a:extLst>
                </a:gridCol>
                <a:gridCol w="747655">
                  <a:extLst>
                    <a:ext uri="{9D8B030D-6E8A-4147-A177-3AD203B41FA5}">
                      <a16:colId xmlns:a16="http://schemas.microsoft.com/office/drawing/2014/main" val="4293319494"/>
                    </a:ext>
                  </a:extLst>
                </a:gridCol>
                <a:gridCol w="747655">
                  <a:extLst>
                    <a:ext uri="{9D8B030D-6E8A-4147-A177-3AD203B41FA5}">
                      <a16:colId xmlns:a16="http://schemas.microsoft.com/office/drawing/2014/main" val="2335521674"/>
                    </a:ext>
                  </a:extLst>
                </a:gridCol>
                <a:gridCol w="747655">
                  <a:extLst>
                    <a:ext uri="{9D8B030D-6E8A-4147-A177-3AD203B41FA5}">
                      <a16:colId xmlns:a16="http://schemas.microsoft.com/office/drawing/2014/main" val="2102288452"/>
                    </a:ext>
                  </a:extLst>
                </a:gridCol>
                <a:gridCol w="747655">
                  <a:extLst>
                    <a:ext uri="{9D8B030D-6E8A-4147-A177-3AD203B41FA5}">
                      <a16:colId xmlns:a16="http://schemas.microsoft.com/office/drawing/2014/main" val="2094601589"/>
                    </a:ext>
                  </a:extLst>
                </a:gridCol>
                <a:gridCol w="747655">
                  <a:extLst>
                    <a:ext uri="{9D8B030D-6E8A-4147-A177-3AD203B41FA5}">
                      <a16:colId xmlns:a16="http://schemas.microsoft.com/office/drawing/2014/main" val="3784720208"/>
                    </a:ext>
                  </a:extLst>
                </a:gridCol>
              </a:tblGrid>
              <a:tr h="520226">
                <a:tc>
                  <a:txBody>
                    <a:bodyPr/>
                    <a:lstStyle/>
                    <a:p>
                      <a:pPr algn="ctr"/>
                      <a:r>
                        <a:rPr lang="en-US" altLang="zh-TW" dirty="0"/>
                        <a:t>Key</a:t>
                      </a:r>
                    </a:p>
                    <a:p>
                      <a:pPr algn="ctr"/>
                      <a:r>
                        <a:rPr lang="en-US" altLang="zh-TW" dirty="0"/>
                        <a:t>(Logic Gate)</a:t>
                      </a:r>
                      <a:endParaRPr lang="zh-TW" altLang="en-US" dirty="0"/>
                    </a:p>
                  </a:txBody>
                  <a:tcPr/>
                </a:tc>
                <a:tc>
                  <a:txBody>
                    <a:bodyPr/>
                    <a:lstStyle/>
                    <a:p>
                      <a:pPr algn="ctr"/>
                      <a:r>
                        <a:rPr lang="en-US" altLang="zh-TW" dirty="0"/>
                        <a:t>not</a:t>
                      </a:r>
                      <a:endParaRPr lang="zh-TW" altLang="en-US" dirty="0"/>
                    </a:p>
                  </a:txBody>
                  <a:tcPr/>
                </a:tc>
                <a:tc>
                  <a:txBody>
                    <a:bodyPr/>
                    <a:lstStyle/>
                    <a:p>
                      <a:pPr algn="ctr"/>
                      <a:r>
                        <a:rPr lang="en-US" altLang="zh-TW" dirty="0"/>
                        <a:t>and</a:t>
                      </a:r>
                      <a:endParaRPr lang="zh-TW" altLang="en-US" dirty="0"/>
                    </a:p>
                  </a:txBody>
                  <a:tcPr/>
                </a:tc>
                <a:tc>
                  <a:txBody>
                    <a:bodyPr/>
                    <a:lstStyle/>
                    <a:p>
                      <a:pPr algn="ctr"/>
                      <a:r>
                        <a:rPr lang="en-US" altLang="zh-TW" dirty="0" err="1"/>
                        <a:t>nand</a:t>
                      </a:r>
                      <a:endParaRPr lang="zh-TW" altLang="en-US" dirty="0"/>
                    </a:p>
                  </a:txBody>
                  <a:tcPr/>
                </a:tc>
                <a:tc>
                  <a:txBody>
                    <a:bodyPr/>
                    <a:lstStyle/>
                    <a:p>
                      <a:pPr algn="ctr"/>
                      <a:r>
                        <a:rPr lang="en-US" altLang="zh-TW" dirty="0"/>
                        <a:t>or</a:t>
                      </a:r>
                      <a:endParaRPr lang="zh-TW" altLang="en-US" dirty="0"/>
                    </a:p>
                  </a:txBody>
                  <a:tcPr/>
                </a:tc>
                <a:tc>
                  <a:txBody>
                    <a:bodyPr/>
                    <a:lstStyle/>
                    <a:p>
                      <a:pPr algn="ctr"/>
                      <a:r>
                        <a:rPr lang="en-US" altLang="zh-TW" dirty="0"/>
                        <a:t>nor</a:t>
                      </a:r>
                      <a:endParaRPr lang="zh-TW" altLang="en-US" dirty="0"/>
                    </a:p>
                  </a:txBody>
                  <a:tcPr/>
                </a:tc>
                <a:tc>
                  <a:txBody>
                    <a:bodyPr/>
                    <a:lstStyle/>
                    <a:p>
                      <a:pPr algn="ctr"/>
                      <a:r>
                        <a:rPr lang="en-US" altLang="zh-TW" dirty="0" err="1"/>
                        <a:t>xor</a:t>
                      </a:r>
                      <a:endParaRPr lang="zh-TW" altLang="en-US" dirty="0"/>
                    </a:p>
                  </a:txBody>
                  <a:tcPr/>
                </a:tc>
                <a:tc>
                  <a:txBody>
                    <a:bodyPr/>
                    <a:lstStyle/>
                    <a:p>
                      <a:pPr algn="ctr"/>
                      <a:r>
                        <a:rPr lang="en-US" altLang="zh-TW" dirty="0" err="1"/>
                        <a:t>xnor</a:t>
                      </a:r>
                      <a:endParaRPr lang="zh-TW" altLang="en-US" dirty="0"/>
                    </a:p>
                  </a:txBody>
                  <a:tcPr/>
                </a:tc>
                <a:tc>
                  <a:txBody>
                    <a:bodyPr/>
                    <a:lstStyle/>
                    <a:p>
                      <a:pPr algn="ctr"/>
                      <a:r>
                        <a:rPr lang="en-US" altLang="zh-TW" dirty="0"/>
                        <a:t>Buff</a:t>
                      </a:r>
                      <a:endParaRPr lang="zh-TW" altLang="en-US" dirty="0"/>
                    </a:p>
                  </a:txBody>
                  <a:tcPr/>
                </a:tc>
                <a:extLst>
                  <a:ext uri="{0D108BD9-81ED-4DB2-BD59-A6C34878D82A}">
                    <a16:rowId xmlns:a16="http://schemas.microsoft.com/office/drawing/2014/main" val="2056433617"/>
                  </a:ext>
                </a:extLst>
              </a:tr>
              <a:tr h="520226">
                <a:tc>
                  <a:txBody>
                    <a:bodyPr/>
                    <a:lstStyle/>
                    <a:p>
                      <a:pPr algn="ctr"/>
                      <a:r>
                        <a:rPr lang="en-US" altLang="zh-TW" dirty="0"/>
                        <a:t>Value</a:t>
                      </a:r>
                    </a:p>
                    <a:p>
                      <a:pPr algn="ctr"/>
                      <a:r>
                        <a:rPr lang="en-US" altLang="zh-TW" dirty="0"/>
                        <a:t>(Cell Type number)</a:t>
                      </a:r>
                      <a:endParaRPr lang="zh-TW" altLang="en-US" dirty="0"/>
                    </a:p>
                  </a:txBody>
                  <a:tcPr/>
                </a:tc>
                <a:tc>
                  <a:txBody>
                    <a:bodyPr/>
                    <a:lstStyle/>
                    <a:p>
                      <a:r>
                        <a:rPr lang="en-US" altLang="zh-TW" dirty="0"/>
                        <a:t>16</a:t>
                      </a:r>
                      <a:endParaRPr lang="zh-TW" altLang="en-US" dirty="0"/>
                    </a:p>
                  </a:txBody>
                  <a:tcPr/>
                </a:tc>
                <a:tc>
                  <a:txBody>
                    <a:bodyPr/>
                    <a:lstStyle/>
                    <a:p>
                      <a:r>
                        <a:rPr lang="en-US" altLang="zh-TW" dirty="0"/>
                        <a:t>6</a:t>
                      </a:r>
                      <a:endParaRPr lang="zh-TW" altLang="en-US" dirty="0"/>
                    </a:p>
                  </a:txBody>
                  <a:tcPr/>
                </a:tc>
                <a:tc>
                  <a:txBody>
                    <a:bodyPr/>
                    <a:lstStyle/>
                    <a:p>
                      <a:r>
                        <a:rPr lang="en-US" altLang="zh-TW" dirty="0"/>
                        <a:t>14</a:t>
                      </a:r>
                      <a:endParaRPr lang="zh-TW" altLang="en-US" dirty="0"/>
                    </a:p>
                  </a:txBody>
                  <a:tcPr/>
                </a:tc>
                <a:tc>
                  <a:txBody>
                    <a:bodyPr/>
                    <a:lstStyle/>
                    <a:p>
                      <a:r>
                        <a:rPr lang="en-US" altLang="zh-TW" dirty="0"/>
                        <a:t>8</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6</a:t>
                      </a:r>
                      <a:endParaRPr lang="zh-TW" altLang="en-US" dirty="0"/>
                    </a:p>
                  </a:txBody>
                  <a:tcPr/>
                </a:tc>
                <a:tc>
                  <a:txBody>
                    <a:bodyPr/>
                    <a:lstStyle/>
                    <a:p>
                      <a:r>
                        <a:rPr lang="en-US" altLang="zh-TW" dirty="0"/>
                        <a:t>16</a:t>
                      </a:r>
                      <a:endParaRPr lang="zh-TW" altLang="en-US" dirty="0"/>
                    </a:p>
                  </a:txBody>
                  <a:tcPr/>
                </a:tc>
                <a:extLst>
                  <a:ext uri="{0D108BD9-81ED-4DB2-BD59-A6C34878D82A}">
                    <a16:rowId xmlns:a16="http://schemas.microsoft.com/office/drawing/2014/main" val="2116276479"/>
                  </a:ext>
                </a:extLst>
              </a:tr>
            </a:tbl>
          </a:graphicData>
        </a:graphic>
      </p:graphicFrame>
      <p:graphicFrame>
        <p:nvGraphicFramePr>
          <p:cNvPr id="16" name="表格 12">
            <a:extLst>
              <a:ext uri="{FF2B5EF4-FFF2-40B4-BE49-F238E27FC236}">
                <a16:creationId xmlns:a16="http://schemas.microsoft.com/office/drawing/2014/main" id="{39A4BFFA-E614-4693-BFCF-B9A7248A8824}"/>
              </a:ext>
            </a:extLst>
          </p:cNvPr>
          <p:cNvGraphicFramePr>
            <a:graphicFrameLocks noGrp="1"/>
          </p:cNvGraphicFramePr>
          <p:nvPr>
            <p:extLst>
              <p:ext uri="{D42A27DB-BD31-4B8C-83A1-F6EECF244321}">
                <p14:modId xmlns:p14="http://schemas.microsoft.com/office/powerpoint/2010/main" val="204623189"/>
              </p:ext>
            </p:extLst>
          </p:nvPr>
        </p:nvGraphicFramePr>
        <p:xfrm>
          <a:off x="1366983" y="4284747"/>
          <a:ext cx="8128000" cy="148336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3420196489"/>
                    </a:ext>
                  </a:extLst>
                </a:gridCol>
                <a:gridCol w="812800">
                  <a:extLst>
                    <a:ext uri="{9D8B030D-6E8A-4147-A177-3AD203B41FA5}">
                      <a16:colId xmlns:a16="http://schemas.microsoft.com/office/drawing/2014/main" val="1686997223"/>
                    </a:ext>
                  </a:extLst>
                </a:gridCol>
                <a:gridCol w="812800">
                  <a:extLst>
                    <a:ext uri="{9D8B030D-6E8A-4147-A177-3AD203B41FA5}">
                      <a16:colId xmlns:a16="http://schemas.microsoft.com/office/drawing/2014/main" val="3210052292"/>
                    </a:ext>
                  </a:extLst>
                </a:gridCol>
                <a:gridCol w="812800">
                  <a:extLst>
                    <a:ext uri="{9D8B030D-6E8A-4147-A177-3AD203B41FA5}">
                      <a16:colId xmlns:a16="http://schemas.microsoft.com/office/drawing/2014/main" val="1413363049"/>
                    </a:ext>
                  </a:extLst>
                </a:gridCol>
                <a:gridCol w="812800">
                  <a:extLst>
                    <a:ext uri="{9D8B030D-6E8A-4147-A177-3AD203B41FA5}">
                      <a16:colId xmlns:a16="http://schemas.microsoft.com/office/drawing/2014/main" val="458997387"/>
                    </a:ext>
                  </a:extLst>
                </a:gridCol>
                <a:gridCol w="812800">
                  <a:extLst>
                    <a:ext uri="{9D8B030D-6E8A-4147-A177-3AD203B41FA5}">
                      <a16:colId xmlns:a16="http://schemas.microsoft.com/office/drawing/2014/main" val="3611705725"/>
                    </a:ext>
                  </a:extLst>
                </a:gridCol>
                <a:gridCol w="812800">
                  <a:extLst>
                    <a:ext uri="{9D8B030D-6E8A-4147-A177-3AD203B41FA5}">
                      <a16:colId xmlns:a16="http://schemas.microsoft.com/office/drawing/2014/main" val="1971753299"/>
                    </a:ext>
                  </a:extLst>
                </a:gridCol>
                <a:gridCol w="812800">
                  <a:extLst>
                    <a:ext uri="{9D8B030D-6E8A-4147-A177-3AD203B41FA5}">
                      <a16:colId xmlns:a16="http://schemas.microsoft.com/office/drawing/2014/main" val="3305667046"/>
                    </a:ext>
                  </a:extLst>
                </a:gridCol>
                <a:gridCol w="812800">
                  <a:extLst>
                    <a:ext uri="{9D8B030D-6E8A-4147-A177-3AD203B41FA5}">
                      <a16:colId xmlns:a16="http://schemas.microsoft.com/office/drawing/2014/main" val="313468247"/>
                    </a:ext>
                  </a:extLst>
                </a:gridCol>
                <a:gridCol w="812800">
                  <a:extLst>
                    <a:ext uri="{9D8B030D-6E8A-4147-A177-3AD203B41FA5}">
                      <a16:colId xmlns:a16="http://schemas.microsoft.com/office/drawing/2014/main" val="3593691735"/>
                    </a:ext>
                  </a:extLst>
                </a:gridCol>
              </a:tblGrid>
              <a:tr h="370840">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14</a:t>
                      </a:r>
                      <a:endParaRPr lang="zh-TW" altLang="en-US" dirty="0"/>
                    </a:p>
                  </a:txBody>
                  <a:tcPr/>
                </a:tc>
                <a:tc>
                  <a:txBody>
                    <a:bodyPr/>
                    <a:lstStyle/>
                    <a:p>
                      <a:r>
                        <a:rPr lang="en-US" altLang="zh-TW" dirty="0"/>
                        <a:t>8</a:t>
                      </a:r>
                      <a:endParaRPr lang="zh-TW" altLang="en-US" dirty="0"/>
                    </a:p>
                  </a:txBody>
                  <a:tcPr/>
                </a:tc>
                <a:tc>
                  <a:txBody>
                    <a:bodyPr/>
                    <a:lstStyle/>
                    <a:p>
                      <a:r>
                        <a:rPr lang="en-US" altLang="zh-TW" dirty="0"/>
                        <a:t>1</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6</a:t>
                      </a:r>
                      <a:endParaRPr lang="zh-TW" altLang="en-US" dirty="0"/>
                    </a:p>
                  </a:txBody>
                  <a:tcPr/>
                </a:tc>
                <a:tc>
                  <a:txBody>
                    <a:bodyPr/>
                    <a:lstStyle/>
                    <a:p>
                      <a:r>
                        <a:rPr lang="en-US" altLang="zh-TW" dirty="0"/>
                        <a:t>9</a:t>
                      </a:r>
                      <a:endParaRPr lang="zh-TW" altLang="en-US" dirty="0"/>
                    </a:p>
                  </a:txBody>
                  <a:tcPr/>
                </a:tc>
                <a:extLst>
                  <a:ext uri="{0D108BD9-81ED-4DB2-BD59-A6C34878D82A}">
                    <a16:rowId xmlns:a16="http://schemas.microsoft.com/office/drawing/2014/main" val="775307911"/>
                  </a:ext>
                </a:extLst>
              </a:tr>
              <a:tr h="370840">
                <a:tc>
                  <a:txBody>
                    <a:bodyPr/>
                    <a:lstStyle/>
                    <a:p>
                      <a:r>
                        <a:rPr lang="en-US" altLang="zh-TW" dirty="0"/>
                        <a:t>…</a:t>
                      </a:r>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659839301"/>
                  </a:ext>
                </a:extLst>
              </a:tr>
              <a:tr h="370840">
                <a:tc>
                  <a:txBody>
                    <a:bodyPr/>
                    <a:lstStyle/>
                    <a:p>
                      <a:r>
                        <a:rPr lang="en-US" altLang="zh-TW" dirty="0"/>
                        <a:t>…</a:t>
                      </a:r>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2290830744"/>
                  </a:ext>
                </a:extLst>
              </a:tr>
              <a:tr h="370840">
                <a:tc>
                  <a:txBody>
                    <a:bodyPr/>
                    <a:lstStyle/>
                    <a:p>
                      <a:r>
                        <a:rPr lang="en-US" altLang="zh-TW" dirty="0"/>
                        <a:t>…</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209202978"/>
                  </a:ext>
                </a:extLst>
              </a:tr>
            </a:tbl>
          </a:graphicData>
        </a:graphic>
      </p:graphicFrame>
    </p:spTree>
    <p:extLst>
      <p:ext uri="{BB962C8B-B14F-4D97-AF65-F5344CB8AC3E}">
        <p14:creationId xmlns:p14="http://schemas.microsoft.com/office/powerpoint/2010/main" val="4186926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1" i="0" u="none" strike="noStrike" baseline="0" dirty="0">
                <a:solidFill>
                  <a:srgbClr val="000000"/>
                </a:solidFill>
                <a:latin typeface="Calibri" panose="020F0502020204030204" pitchFamily="34" charset="0"/>
              </a:rPr>
            </a:br>
            <a:r>
              <a:rPr lang="en-US" altLang="zh-TW" sz="1800" b="1"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7" name="文字方塊 6">
            <a:extLst>
              <a:ext uri="{FF2B5EF4-FFF2-40B4-BE49-F238E27FC236}">
                <a16:creationId xmlns:a16="http://schemas.microsoft.com/office/drawing/2014/main" id="{AC92A873-E0B1-4B38-9527-926F9ACEF624}"/>
              </a:ext>
            </a:extLst>
          </p:cNvPr>
          <p:cNvSpPr txBox="1"/>
          <p:nvPr/>
        </p:nvSpPr>
        <p:spPr>
          <a:xfrm>
            <a:off x="813881" y="1859933"/>
            <a:ext cx="10874478" cy="4801314"/>
          </a:xfrm>
          <a:prstGeom prst="rect">
            <a:avLst/>
          </a:prstGeom>
          <a:noFill/>
        </p:spPr>
        <p:txBody>
          <a:bodyPr wrap="square" rtlCol="0">
            <a:spAutoFit/>
          </a:bodyPr>
          <a:lstStyle/>
          <a:p>
            <a:r>
              <a:rPr lang="en-US" altLang="zh-TW" b="1" dirty="0"/>
              <a:t>Fitness:</a:t>
            </a:r>
          </a:p>
          <a:p>
            <a:r>
              <a:rPr lang="en-US" altLang="zh-TW" dirty="0"/>
              <a:t>	Fitness = 100/cost</a:t>
            </a:r>
          </a:p>
          <a:p>
            <a:endParaRPr lang="en-US" altLang="zh-TW" b="1" dirty="0"/>
          </a:p>
          <a:p>
            <a:r>
              <a:rPr lang="en-US" altLang="zh-TW" b="1" dirty="0"/>
              <a:t>Crossover:</a:t>
            </a:r>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r>
              <a:rPr lang="en-US" altLang="zh-TW" b="1" dirty="0"/>
              <a:t>Mutex:</a:t>
            </a:r>
          </a:p>
          <a:p>
            <a:r>
              <a:rPr lang="en-US" altLang="zh-TW" b="1" dirty="0"/>
              <a:t>	</a:t>
            </a:r>
            <a:r>
              <a:rPr lang="en-US" altLang="zh-TW" dirty="0"/>
              <a:t>Regenerate a new array with random values.</a:t>
            </a:r>
            <a:endParaRPr lang="en-US" altLang="zh-TW" b="1" dirty="0"/>
          </a:p>
          <a:p>
            <a:endParaRPr lang="en-US" altLang="zh-TW" b="1" dirty="0"/>
          </a:p>
          <a:p>
            <a:endParaRPr lang="en-US" altLang="zh-TW" b="1" dirty="0"/>
          </a:p>
          <a:p>
            <a:endParaRPr lang="en-US" altLang="zh-TW" b="1" dirty="0"/>
          </a:p>
        </p:txBody>
      </p:sp>
      <p:pic>
        <p:nvPicPr>
          <p:cNvPr id="9" name="圖片 8">
            <a:extLst>
              <a:ext uri="{FF2B5EF4-FFF2-40B4-BE49-F238E27FC236}">
                <a16:creationId xmlns:a16="http://schemas.microsoft.com/office/drawing/2014/main" id="{1215752B-75A3-4135-984A-C7EF6D5555E4}"/>
              </a:ext>
            </a:extLst>
          </p:cNvPr>
          <p:cNvPicPr>
            <a:picLocks noChangeAspect="1"/>
          </p:cNvPicPr>
          <p:nvPr/>
        </p:nvPicPr>
        <p:blipFill>
          <a:blip r:embed="rId5"/>
          <a:stretch>
            <a:fillRect/>
          </a:stretch>
        </p:blipFill>
        <p:spPr>
          <a:xfrm>
            <a:off x="9177272" y="1859933"/>
            <a:ext cx="2762908" cy="2269317"/>
          </a:xfrm>
          <a:prstGeom prst="rect">
            <a:avLst/>
          </a:prstGeom>
        </p:spPr>
      </p:pic>
      <p:graphicFrame>
        <p:nvGraphicFramePr>
          <p:cNvPr id="10" name="表格 12">
            <a:extLst>
              <a:ext uri="{FF2B5EF4-FFF2-40B4-BE49-F238E27FC236}">
                <a16:creationId xmlns:a16="http://schemas.microsoft.com/office/drawing/2014/main" id="{16C8E475-D391-4CBF-9536-958BD60F9F0A}"/>
              </a:ext>
            </a:extLst>
          </p:cNvPr>
          <p:cNvGraphicFramePr>
            <a:graphicFrameLocks noGrp="1"/>
          </p:cNvGraphicFramePr>
          <p:nvPr>
            <p:extLst>
              <p:ext uri="{D42A27DB-BD31-4B8C-83A1-F6EECF244321}">
                <p14:modId xmlns:p14="http://schemas.microsoft.com/office/powerpoint/2010/main" val="3289777368"/>
              </p:ext>
            </p:extLst>
          </p:nvPr>
        </p:nvGraphicFramePr>
        <p:xfrm>
          <a:off x="1355870" y="3234872"/>
          <a:ext cx="7414462" cy="741680"/>
        </p:xfrm>
        <a:graphic>
          <a:graphicData uri="http://schemas.openxmlformats.org/drawingml/2006/table">
            <a:tbl>
              <a:tblPr firstRow="1" bandRow="1">
                <a:tableStyleId>{5940675A-B579-460E-94D1-54222C63F5DA}</a:tableStyleId>
              </a:tblPr>
              <a:tblGrid>
                <a:gridCol w="1063902">
                  <a:extLst>
                    <a:ext uri="{9D8B030D-6E8A-4147-A177-3AD203B41FA5}">
                      <a16:colId xmlns:a16="http://schemas.microsoft.com/office/drawing/2014/main" val="2751000978"/>
                    </a:ext>
                  </a:extLst>
                </a:gridCol>
                <a:gridCol w="793820">
                  <a:extLst>
                    <a:ext uri="{9D8B030D-6E8A-4147-A177-3AD203B41FA5}">
                      <a16:colId xmlns:a16="http://schemas.microsoft.com/office/drawing/2014/main" val="3420196489"/>
                    </a:ext>
                  </a:extLst>
                </a:gridCol>
                <a:gridCol w="793820">
                  <a:extLst>
                    <a:ext uri="{9D8B030D-6E8A-4147-A177-3AD203B41FA5}">
                      <a16:colId xmlns:a16="http://schemas.microsoft.com/office/drawing/2014/main" val="1686997223"/>
                    </a:ext>
                  </a:extLst>
                </a:gridCol>
                <a:gridCol w="793820">
                  <a:extLst>
                    <a:ext uri="{9D8B030D-6E8A-4147-A177-3AD203B41FA5}">
                      <a16:colId xmlns:a16="http://schemas.microsoft.com/office/drawing/2014/main" val="3210052292"/>
                    </a:ext>
                  </a:extLst>
                </a:gridCol>
                <a:gridCol w="793820">
                  <a:extLst>
                    <a:ext uri="{9D8B030D-6E8A-4147-A177-3AD203B41FA5}">
                      <a16:colId xmlns:a16="http://schemas.microsoft.com/office/drawing/2014/main" val="1413363049"/>
                    </a:ext>
                  </a:extLst>
                </a:gridCol>
                <a:gridCol w="793820">
                  <a:extLst>
                    <a:ext uri="{9D8B030D-6E8A-4147-A177-3AD203B41FA5}">
                      <a16:colId xmlns:a16="http://schemas.microsoft.com/office/drawing/2014/main" val="458997387"/>
                    </a:ext>
                  </a:extLst>
                </a:gridCol>
                <a:gridCol w="793820">
                  <a:extLst>
                    <a:ext uri="{9D8B030D-6E8A-4147-A177-3AD203B41FA5}">
                      <a16:colId xmlns:a16="http://schemas.microsoft.com/office/drawing/2014/main" val="3611705725"/>
                    </a:ext>
                  </a:extLst>
                </a:gridCol>
                <a:gridCol w="793820">
                  <a:extLst>
                    <a:ext uri="{9D8B030D-6E8A-4147-A177-3AD203B41FA5}">
                      <a16:colId xmlns:a16="http://schemas.microsoft.com/office/drawing/2014/main" val="313468247"/>
                    </a:ext>
                  </a:extLst>
                </a:gridCol>
                <a:gridCol w="793820">
                  <a:extLst>
                    <a:ext uri="{9D8B030D-6E8A-4147-A177-3AD203B41FA5}">
                      <a16:colId xmlns:a16="http://schemas.microsoft.com/office/drawing/2014/main" val="3593691735"/>
                    </a:ext>
                  </a:extLst>
                </a:gridCol>
              </a:tblGrid>
              <a:tr h="370840">
                <a:tc>
                  <a:txBody>
                    <a:bodyPr/>
                    <a:lstStyle/>
                    <a:p>
                      <a:r>
                        <a:rPr lang="en-US" altLang="zh-TW" dirty="0"/>
                        <a:t>Parent1</a:t>
                      </a:r>
                      <a:endParaRPr lang="zh-TW" altLang="en-US" dirty="0"/>
                    </a:p>
                  </a:txBody>
                  <a:tcPr/>
                </a:tc>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14</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1</a:t>
                      </a:r>
                      <a:endParaRPr lang="zh-TW" altLang="en-US" dirty="0"/>
                    </a:p>
                  </a:txBody>
                  <a:tcPr/>
                </a:tc>
                <a:tc>
                  <a:txBody>
                    <a:bodyPr/>
                    <a:lstStyle/>
                    <a:p>
                      <a:r>
                        <a:rPr lang="en-US" altLang="zh-TW" dirty="0"/>
                        <a:t>6</a:t>
                      </a:r>
                      <a:endParaRPr lang="zh-TW" altLang="en-US" dirty="0"/>
                    </a:p>
                  </a:txBody>
                  <a:tcPr/>
                </a:tc>
                <a:tc>
                  <a:txBody>
                    <a:bodyPr/>
                    <a:lstStyle/>
                    <a:p>
                      <a:r>
                        <a:rPr lang="en-US" altLang="zh-TW" dirty="0"/>
                        <a:t>9</a:t>
                      </a:r>
                      <a:endParaRPr lang="zh-TW" altLang="en-US" dirty="0"/>
                    </a:p>
                  </a:txBody>
                  <a:tcPr/>
                </a:tc>
                <a:extLst>
                  <a:ext uri="{0D108BD9-81ED-4DB2-BD59-A6C34878D82A}">
                    <a16:rowId xmlns:a16="http://schemas.microsoft.com/office/drawing/2014/main" val="775307911"/>
                  </a:ext>
                </a:extLst>
              </a:tr>
              <a:tr h="370840">
                <a:tc>
                  <a:txBody>
                    <a:bodyPr/>
                    <a:lstStyle/>
                    <a:p>
                      <a:r>
                        <a:rPr lang="en-US" altLang="zh-TW" dirty="0"/>
                        <a:t>Parent2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9</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2</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extLst>
                  <a:ext uri="{0D108BD9-81ED-4DB2-BD59-A6C34878D82A}">
                    <a16:rowId xmlns:a16="http://schemas.microsoft.com/office/drawing/2014/main" val="1659839301"/>
                  </a:ext>
                </a:extLst>
              </a:tr>
            </a:tbl>
          </a:graphicData>
        </a:graphic>
      </p:graphicFrame>
      <p:graphicFrame>
        <p:nvGraphicFramePr>
          <p:cNvPr id="11" name="表格 12">
            <a:extLst>
              <a:ext uri="{FF2B5EF4-FFF2-40B4-BE49-F238E27FC236}">
                <a16:creationId xmlns:a16="http://schemas.microsoft.com/office/drawing/2014/main" id="{C114CCA4-54E8-4427-B726-14E67412D8F9}"/>
              </a:ext>
            </a:extLst>
          </p:cNvPr>
          <p:cNvGraphicFramePr>
            <a:graphicFrameLocks noGrp="1"/>
          </p:cNvGraphicFramePr>
          <p:nvPr>
            <p:extLst>
              <p:ext uri="{D42A27DB-BD31-4B8C-83A1-F6EECF244321}">
                <p14:modId xmlns:p14="http://schemas.microsoft.com/office/powerpoint/2010/main" val="1750546441"/>
              </p:ext>
            </p:extLst>
          </p:nvPr>
        </p:nvGraphicFramePr>
        <p:xfrm>
          <a:off x="1355870" y="4229822"/>
          <a:ext cx="7414462" cy="741680"/>
        </p:xfrm>
        <a:graphic>
          <a:graphicData uri="http://schemas.openxmlformats.org/drawingml/2006/table">
            <a:tbl>
              <a:tblPr firstRow="1" bandRow="1">
                <a:tableStyleId>{5940675A-B579-460E-94D1-54222C63F5DA}</a:tableStyleId>
              </a:tblPr>
              <a:tblGrid>
                <a:gridCol w="1063902">
                  <a:extLst>
                    <a:ext uri="{9D8B030D-6E8A-4147-A177-3AD203B41FA5}">
                      <a16:colId xmlns:a16="http://schemas.microsoft.com/office/drawing/2014/main" val="2751000978"/>
                    </a:ext>
                  </a:extLst>
                </a:gridCol>
                <a:gridCol w="793820">
                  <a:extLst>
                    <a:ext uri="{9D8B030D-6E8A-4147-A177-3AD203B41FA5}">
                      <a16:colId xmlns:a16="http://schemas.microsoft.com/office/drawing/2014/main" val="3420196489"/>
                    </a:ext>
                  </a:extLst>
                </a:gridCol>
                <a:gridCol w="793820">
                  <a:extLst>
                    <a:ext uri="{9D8B030D-6E8A-4147-A177-3AD203B41FA5}">
                      <a16:colId xmlns:a16="http://schemas.microsoft.com/office/drawing/2014/main" val="1686997223"/>
                    </a:ext>
                  </a:extLst>
                </a:gridCol>
                <a:gridCol w="793820">
                  <a:extLst>
                    <a:ext uri="{9D8B030D-6E8A-4147-A177-3AD203B41FA5}">
                      <a16:colId xmlns:a16="http://schemas.microsoft.com/office/drawing/2014/main" val="3210052292"/>
                    </a:ext>
                  </a:extLst>
                </a:gridCol>
                <a:gridCol w="793820">
                  <a:extLst>
                    <a:ext uri="{9D8B030D-6E8A-4147-A177-3AD203B41FA5}">
                      <a16:colId xmlns:a16="http://schemas.microsoft.com/office/drawing/2014/main" val="1413363049"/>
                    </a:ext>
                  </a:extLst>
                </a:gridCol>
                <a:gridCol w="793820">
                  <a:extLst>
                    <a:ext uri="{9D8B030D-6E8A-4147-A177-3AD203B41FA5}">
                      <a16:colId xmlns:a16="http://schemas.microsoft.com/office/drawing/2014/main" val="458997387"/>
                    </a:ext>
                  </a:extLst>
                </a:gridCol>
                <a:gridCol w="793820">
                  <a:extLst>
                    <a:ext uri="{9D8B030D-6E8A-4147-A177-3AD203B41FA5}">
                      <a16:colId xmlns:a16="http://schemas.microsoft.com/office/drawing/2014/main" val="3611705725"/>
                    </a:ext>
                  </a:extLst>
                </a:gridCol>
                <a:gridCol w="793820">
                  <a:extLst>
                    <a:ext uri="{9D8B030D-6E8A-4147-A177-3AD203B41FA5}">
                      <a16:colId xmlns:a16="http://schemas.microsoft.com/office/drawing/2014/main" val="313468247"/>
                    </a:ext>
                  </a:extLst>
                </a:gridCol>
                <a:gridCol w="793820">
                  <a:extLst>
                    <a:ext uri="{9D8B030D-6E8A-4147-A177-3AD203B41FA5}">
                      <a16:colId xmlns:a16="http://schemas.microsoft.com/office/drawing/2014/main" val="3593691735"/>
                    </a:ext>
                  </a:extLst>
                </a:gridCol>
              </a:tblGrid>
              <a:tr h="370840">
                <a:tc>
                  <a:txBody>
                    <a:bodyPr/>
                    <a:lstStyle/>
                    <a:p>
                      <a:r>
                        <a:rPr lang="en-US" altLang="zh-TW" dirty="0"/>
                        <a:t>Child1</a:t>
                      </a:r>
                      <a:endParaRPr lang="zh-TW" altLang="en-US" dirty="0"/>
                    </a:p>
                  </a:txBody>
                  <a:tcPr/>
                </a:tc>
                <a:tc>
                  <a:txBody>
                    <a:bodyPr/>
                    <a:lstStyle/>
                    <a:p>
                      <a:r>
                        <a:rPr lang="en-US" altLang="zh-TW" dirty="0">
                          <a:solidFill>
                            <a:srgbClr val="FF0000"/>
                          </a:solidFill>
                        </a:rPr>
                        <a:t>1</a:t>
                      </a:r>
                      <a:endParaRPr lang="zh-TW" altLang="en-US" dirty="0">
                        <a:solidFill>
                          <a:srgbClr val="FF0000"/>
                        </a:solidFill>
                      </a:endParaRPr>
                    </a:p>
                  </a:txBody>
                  <a:tcPr/>
                </a:tc>
                <a:tc>
                  <a:txBody>
                    <a:bodyPr/>
                    <a:lstStyle/>
                    <a:p>
                      <a:r>
                        <a:rPr lang="en-US" altLang="zh-TW" dirty="0">
                          <a:solidFill>
                            <a:srgbClr val="FF0000"/>
                          </a:solidFill>
                        </a:rPr>
                        <a:t>6</a:t>
                      </a:r>
                      <a:endParaRPr lang="zh-TW" altLang="en-US" dirty="0">
                        <a:solidFill>
                          <a:srgbClr val="FF0000"/>
                        </a:solidFill>
                      </a:endParaRPr>
                    </a:p>
                  </a:txBody>
                  <a:tcPr/>
                </a:tc>
                <a:tc>
                  <a:txBody>
                    <a:bodyPr/>
                    <a:lstStyle/>
                    <a:p>
                      <a:r>
                        <a:rPr lang="en-US" altLang="zh-TW" dirty="0">
                          <a:solidFill>
                            <a:srgbClr val="FF0000"/>
                          </a:solidFill>
                        </a:rPr>
                        <a:t>9</a:t>
                      </a:r>
                      <a:endParaRPr lang="zh-TW" altLang="en-US" dirty="0">
                        <a:solidFill>
                          <a:srgbClr val="FF0000"/>
                        </a:solidFill>
                      </a:endParaRPr>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14</a:t>
                      </a:r>
                      <a:endParaRPr lang="zh-TW" altLang="en-US" dirty="0"/>
                    </a:p>
                  </a:txBody>
                  <a:tcPr/>
                </a:tc>
                <a:extLst>
                  <a:ext uri="{0D108BD9-81ED-4DB2-BD59-A6C34878D82A}">
                    <a16:rowId xmlns:a16="http://schemas.microsoft.com/office/drawing/2014/main" val="775307911"/>
                  </a:ext>
                </a:extLst>
              </a:tr>
              <a:tr h="370840">
                <a:tc>
                  <a:txBody>
                    <a:bodyPr/>
                    <a:lstStyle/>
                    <a:p>
                      <a:r>
                        <a:rPr lang="en-US" altLang="zh-TW" dirty="0"/>
                        <a:t>Child2</a:t>
                      </a:r>
                      <a:endParaRPr lang="zh-TW" altLang="en-US" dirty="0"/>
                    </a:p>
                  </a:txBody>
                  <a:tcPr/>
                </a:tc>
                <a:tc>
                  <a:txBody>
                    <a:bodyPr/>
                    <a:lstStyle/>
                    <a:p>
                      <a:r>
                        <a:rPr lang="en-US" altLang="zh-TW" dirty="0">
                          <a:solidFill>
                            <a:srgbClr val="FF0000"/>
                          </a:solidFill>
                        </a:rPr>
                        <a:t>2</a:t>
                      </a:r>
                      <a:endParaRPr lang="zh-TW" altLang="en-US" dirty="0">
                        <a:solidFill>
                          <a:srgbClr val="FF0000"/>
                        </a:solidFill>
                      </a:endParaRPr>
                    </a:p>
                  </a:txBody>
                  <a:tcPr/>
                </a:tc>
                <a:tc>
                  <a:txBody>
                    <a:bodyPr/>
                    <a:lstStyle/>
                    <a:p>
                      <a:r>
                        <a:rPr lang="en-US" altLang="zh-TW" dirty="0">
                          <a:solidFill>
                            <a:srgbClr val="FF0000"/>
                          </a:solidFill>
                        </a:rPr>
                        <a:t>5</a:t>
                      </a:r>
                      <a:endParaRPr lang="zh-TW" altLang="en-US" dirty="0">
                        <a:solidFill>
                          <a:srgbClr val="FF0000"/>
                        </a:solidFill>
                      </a:endParaRPr>
                    </a:p>
                  </a:txBody>
                  <a:tcPr/>
                </a:tc>
                <a:tc>
                  <a:txBody>
                    <a:bodyPr/>
                    <a:lstStyle/>
                    <a:p>
                      <a:r>
                        <a:rPr lang="en-US" altLang="zh-TW" dirty="0">
                          <a:solidFill>
                            <a:srgbClr val="FF0000"/>
                          </a:solidFill>
                        </a:rPr>
                        <a:t>6</a:t>
                      </a:r>
                      <a:endParaRPr lang="zh-TW" altLang="en-US" dirty="0">
                        <a:solidFill>
                          <a:srgbClr val="FF0000"/>
                        </a:solidFill>
                      </a:endParaRPr>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9</a:t>
                      </a:r>
                      <a:endParaRPr lang="zh-TW" altLang="en-US" dirty="0"/>
                    </a:p>
                  </a:txBody>
                  <a:tcPr/>
                </a:tc>
                <a:extLst>
                  <a:ext uri="{0D108BD9-81ED-4DB2-BD59-A6C34878D82A}">
                    <a16:rowId xmlns:a16="http://schemas.microsoft.com/office/drawing/2014/main" val="1659839301"/>
                  </a:ext>
                </a:extLst>
              </a:tr>
            </a:tbl>
          </a:graphicData>
        </a:graphic>
      </p:graphicFrame>
      <p:sp>
        <p:nvSpPr>
          <p:cNvPr id="14" name="文字方塊 13">
            <a:extLst>
              <a:ext uri="{FF2B5EF4-FFF2-40B4-BE49-F238E27FC236}">
                <a16:creationId xmlns:a16="http://schemas.microsoft.com/office/drawing/2014/main" id="{7617FAFD-113A-4AF7-8787-B08B6BBA55B0}"/>
              </a:ext>
            </a:extLst>
          </p:cNvPr>
          <p:cNvSpPr txBox="1"/>
          <p:nvPr/>
        </p:nvSpPr>
        <p:spPr>
          <a:xfrm>
            <a:off x="424872" y="470931"/>
            <a:ext cx="10075980" cy="584775"/>
          </a:xfrm>
          <a:prstGeom prst="rect">
            <a:avLst/>
          </a:prstGeom>
          <a:noFill/>
        </p:spPr>
        <p:txBody>
          <a:bodyPr wrap="square" rtlCol="0">
            <a:spAutoFit/>
          </a:bodyPr>
          <a:lstStyle/>
          <a:p>
            <a:r>
              <a:rPr lang="en-US" altLang="zh-TW" sz="3200" b="1" dirty="0">
                <a:latin typeface="Times New Roman" panose="02020603050405020304" pitchFamily="18" charset="0"/>
                <a:cs typeface="Times New Roman" panose="02020603050405020304" pitchFamily="18" charset="0"/>
              </a:rPr>
              <a:t>Genetic Algorithm – Data Structure and Detail</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Tree>
    <p:extLst>
      <p:ext uri="{BB962C8B-B14F-4D97-AF65-F5344CB8AC3E}">
        <p14:creationId xmlns:p14="http://schemas.microsoft.com/office/powerpoint/2010/main" val="4118501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494ED98-F005-4ECC-A445-B7302A02F76A}"/>
                  </a:ext>
                </a:extLst>
              </p:cNvPr>
              <p:cNvSpPr txBox="1"/>
              <p:nvPr/>
            </p:nvSpPr>
            <p:spPr>
              <a:xfrm>
                <a:off x="745679" y="1891048"/>
                <a:ext cx="10874478" cy="2381614"/>
              </a:xfrm>
              <a:prstGeom prst="rect">
                <a:avLst/>
              </a:prstGeom>
              <a:noFill/>
            </p:spPr>
            <p:txBody>
              <a:bodyPr wrap="square" rtlCol="0">
                <a:spAutoFit/>
              </a:bodyPr>
              <a:lstStyle/>
              <a:p>
                <a:r>
                  <a:rPr lang="en-US" altLang="zh-TW" b="1" dirty="0"/>
                  <a:t>Gene Select Population:</a:t>
                </a:r>
              </a:p>
              <a:p>
                <a:endParaRPr lang="en-US" altLang="zh-TW" b="1" dirty="0"/>
              </a:p>
              <a:p>
                <a:pPr algn="ctr"/>
                <a14:m>
                  <m:oMath xmlns:m="http://schemas.openxmlformats.org/officeDocument/2006/math">
                    <m:sSub>
                      <m:sSubPr>
                        <m:ctrlPr>
                          <a:rPr lang="en-US" altLang="zh-TW" sz="2800" i="1" dirty="0" smtClean="0">
                            <a:latin typeface="Cambria Math" panose="02040503050406030204" pitchFamily="18" charset="0"/>
                          </a:rPr>
                        </m:ctrlPr>
                      </m:sSubPr>
                      <m:e>
                        <m:r>
                          <a:rPr lang="en-US" altLang="zh-TW" sz="2800" b="0" i="1" dirty="0" smtClean="0">
                            <a:latin typeface="Cambria Math" panose="02040503050406030204" pitchFamily="18" charset="0"/>
                          </a:rPr>
                          <m:t>𝑃</m:t>
                        </m:r>
                      </m:e>
                      <m:sub>
                        <m:r>
                          <a:rPr lang="en-US" altLang="zh-TW" sz="2800" b="0" i="1" dirty="0" smtClean="0">
                            <a:latin typeface="Cambria Math" panose="02040503050406030204" pitchFamily="18" charset="0"/>
                          </a:rPr>
                          <m:t>𝑖</m:t>
                        </m:r>
                      </m:sub>
                    </m:sSub>
                  </m:oMath>
                </a14:m>
                <a:r>
                  <a:rPr lang="en-US" altLang="zh-TW" sz="2800" dirty="0">
                    <a:latin typeface="Cambria Math" panose="02040503050406030204" pitchFamily="18" charset="0"/>
                  </a:rPr>
                  <a:t> = </a:t>
                </a:r>
                <a14:m>
                  <m:oMath xmlns:m="http://schemas.openxmlformats.org/officeDocument/2006/math">
                    <m:f>
                      <m:fPr>
                        <m:ctrlPr>
                          <a:rPr lang="en-US" altLang="zh-TW" sz="2800" i="1" smtClean="0">
                            <a:latin typeface="Cambria Math" panose="02040503050406030204" pitchFamily="18" charset="0"/>
                          </a:rPr>
                        </m:ctrlPr>
                      </m:fPr>
                      <m:num>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𝐹𝑖𝑡𝑛𝑒𝑠𝑠</m:t>
                            </m:r>
                          </m:e>
                          <m:sub>
                            <m:r>
                              <a:rPr lang="en-US" altLang="zh-TW" sz="2800" b="0" i="1" smtClean="0">
                                <a:latin typeface="Cambria Math" panose="02040503050406030204" pitchFamily="18" charset="0"/>
                              </a:rPr>
                              <m:t>𝑖</m:t>
                            </m:r>
                          </m:sub>
                        </m:sSub>
                      </m:num>
                      <m:den>
                        <m:r>
                          <a:rPr lang="en-US" altLang="zh-TW" sz="2800" b="0" i="1" smtClean="0">
                            <a:latin typeface="Cambria Math" panose="02040503050406030204" pitchFamily="18" charset="0"/>
                          </a:rPr>
                          <m:t>𝐹𝑖𝑡𝑛𝑒𝑠𝑠</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𝑆𝑢𝑚</m:t>
                        </m:r>
                      </m:den>
                    </m:f>
                  </m:oMath>
                </a14:m>
                <a:r>
                  <a:rPr lang="en-US" altLang="zh-TW" sz="2800" dirty="0">
                    <a:latin typeface="Cambria Math" panose="02040503050406030204" pitchFamily="18" charset="0"/>
                  </a:rPr>
                  <a:t> </a:t>
                </a:r>
              </a:p>
              <a:p>
                <a:endParaRPr lang="en-US" altLang="zh-TW" b="1" dirty="0"/>
              </a:p>
              <a:p>
                <a:endParaRPr lang="en-US" altLang="zh-TW" b="1" dirty="0"/>
              </a:p>
              <a:p>
                <a:endParaRPr lang="en-US" altLang="zh-TW" b="1" dirty="0"/>
              </a:p>
              <a:p>
                <a:endParaRPr lang="en-US" altLang="zh-TW" b="1" dirty="0"/>
              </a:p>
            </p:txBody>
          </p:sp>
        </mc:Choice>
        <mc:Fallback xmlns="">
          <p:sp>
            <p:nvSpPr>
              <p:cNvPr id="7" name="文字方塊 6">
                <a:extLst>
                  <a:ext uri="{FF2B5EF4-FFF2-40B4-BE49-F238E27FC236}">
                    <a16:creationId xmlns:a16="http://schemas.microsoft.com/office/drawing/2014/main" id="{8494ED98-F005-4ECC-A445-B7302A02F76A}"/>
                  </a:ext>
                </a:extLst>
              </p:cNvPr>
              <p:cNvSpPr txBox="1">
                <a:spLocks noRot="1" noChangeAspect="1" noMove="1" noResize="1" noEditPoints="1" noAdjustHandles="1" noChangeArrowheads="1" noChangeShapeType="1" noTextEdit="1"/>
              </p:cNvSpPr>
              <p:nvPr/>
            </p:nvSpPr>
            <p:spPr>
              <a:xfrm>
                <a:off x="745679" y="1891048"/>
                <a:ext cx="10874478" cy="2381614"/>
              </a:xfrm>
              <a:prstGeom prst="rect">
                <a:avLst/>
              </a:prstGeom>
              <a:blipFill>
                <a:blip r:embed="rId5"/>
                <a:stretch>
                  <a:fillRect l="-448" t="-1279"/>
                </a:stretch>
              </a:blipFill>
            </p:spPr>
            <p:txBody>
              <a:bodyPr/>
              <a:lstStyle/>
              <a:p>
                <a:r>
                  <a:rPr lang="zh-TW" altLang="en-US">
                    <a:noFill/>
                  </a:rPr>
                  <a:t> </a:t>
                </a:r>
              </a:p>
            </p:txBody>
          </p:sp>
        </mc:Fallback>
      </mc:AlternateContent>
      <p:graphicFrame>
        <p:nvGraphicFramePr>
          <p:cNvPr id="9" name="表格 12">
            <a:extLst>
              <a:ext uri="{FF2B5EF4-FFF2-40B4-BE49-F238E27FC236}">
                <a16:creationId xmlns:a16="http://schemas.microsoft.com/office/drawing/2014/main" id="{764B7D4E-6646-4CAE-8472-325B3C2D0976}"/>
              </a:ext>
            </a:extLst>
          </p:cNvPr>
          <p:cNvGraphicFramePr>
            <a:graphicFrameLocks noGrp="1"/>
          </p:cNvGraphicFramePr>
          <p:nvPr>
            <p:extLst>
              <p:ext uri="{D42A27DB-BD31-4B8C-83A1-F6EECF244321}">
                <p14:modId xmlns:p14="http://schemas.microsoft.com/office/powerpoint/2010/main" val="1656799742"/>
              </p:ext>
            </p:extLst>
          </p:nvPr>
        </p:nvGraphicFramePr>
        <p:xfrm>
          <a:off x="1304636" y="3691894"/>
          <a:ext cx="8128000" cy="148336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3420196489"/>
                    </a:ext>
                  </a:extLst>
                </a:gridCol>
                <a:gridCol w="812800">
                  <a:extLst>
                    <a:ext uri="{9D8B030D-6E8A-4147-A177-3AD203B41FA5}">
                      <a16:colId xmlns:a16="http://schemas.microsoft.com/office/drawing/2014/main" val="1686997223"/>
                    </a:ext>
                  </a:extLst>
                </a:gridCol>
                <a:gridCol w="812800">
                  <a:extLst>
                    <a:ext uri="{9D8B030D-6E8A-4147-A177-3AD203B41FA5}">
                      <a16:colId xmlns:a16="http://schemas.microsoft.com/office/drawing/2014/main" val="3210052292"/>
                    </a:ext>
                  </a:extLst>
                </a:gridCol>
                <a:gridCol w="812800">
                  <a:extLst>
                    <a:ext uri="{9D8B030D-6E8A-4147-A177-3AD203B41FA5}">
                      <a16:colId xmlns:a16="http://schemas.microsoft.com/office/drawing/2014/main" val="1413363049"/>
                    </a:ext>
                  </a:extLst>
                </a:gridCol>
                <a:gridCol w="812800">
                  <a:extLst>
                    <a:ext uri="{9D8B030D-6E8A-4147-A177-3AD203B41FA5}">
                      <a16:colId xmlns:a16="http://schemas.microsoft.com/office/drawing/2014/main" val="458997387"/>
                    </a:ext>
                  </a:extLst>
                </a:gridCol>
                <a:gridCol w="812800">
                  <a:extLst>
                    <a:ext uri="{9D8B030D-6E8A-4147-A177-3AD203B41FA5}">
                      <a16:colId xmlns:a16="http://schemas.microsoft.com/office/drawing/2014/main" val="3611705725"/>
                    </a:ext>
                  </a:extLst>
                </a:gridCol>
                <a:gridCol w="812800">
                  <a:extLst>
                    <a:ext uri="{9D8B030D-6E8A-4147-A177-3AD203B41FA5}">
                      <a16:colId xmlns:a16="http://schemas.microsoft.com/office/drawing/2014/main" val="1971753299"/>
                    </a:ext>
                  </a:extLst>
                </a:gridCol>
                <a:gridCol w="812800">
                  <a:extLst>
                    <a:ext uri="{9D8B030D-6E8A-4147-A177-3AD203B41FA5}">
                      <a16:colId xmlns:a16="http://schemas.microsoft.com/office/drawing/2014/main" val="3305667046"/>
                    </a:ext>
                  </a:extLst>
                </a:gridCol>
                <a:gridCol w="812800">
                  <a:extLst>
                    <a:ext uri="{9D8B030D-6E8A-4147-A177-3AD203B41FA5}">
                      <a16:colId xmlns:a16="http://schemas.microsoft.com/office/drawing/2014/main" val="313468247"/>
                    </a:ext>
                  </a:extLst>
                </a:gridCol>
                <a:gridCol w="812800">
                  <a:extLst>
                    <a:ext uri="{9D8B030D-6E8A-4147-A177-3AD203B41FA5}">
                      <a16:colId xmlns:a16="http://schemas.microsoft.com/office/drawing/2014/main" val="3593691735"/>
                    </a:ext>
                  </a:extLst>
                </a:gridCol>
              </a:tblGrid>
              <a:tr h="370840">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14</a:t>
                      </a:r>
                      <a:endParaRPr lang="zh-TW" altLang="en-US" dirty="0"/>
                    </a:p>
                  </a:txBody>
                  <a:tcPr/>
                </a:tc>
                <a:tc>
                  <a:txBody>
                    <a:bodyPr/>
                    <a:lstStyle/>
                    <a:p>
                      <a:r>
                        <a:rPr lang="en-US" altLang="zh-TW" dirty="0"/>
                        <a:t>8</a:t>
                      </a:r>
                      <a:endParaRPr lang="zh-TW" altLang="en-US" dirty="0"/>
                    </a:p>
                  </a:txBody>
                  <a:tcPr/>
                </a:tc>
                <a:tc>
                  <a:txBody>
                    <a:bodyPr/>
                    <a:lstStyle/>
                    <a:p>
                      <a:r>
                        <a:rPr lang="en-US" altLang="zh-TW" dirty="0"/>
                        <a:t>1</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6</a:t>
                      </a:r>
                      <a:endParaRPr lang="zh-TW" altLang="en-US" dirty="0"/>
                    </a:p>
                  </a:txBody>
                  <a:tcPr/>
                </a:tc>
                <a:tc>
                  <a:txBody>
                    <a:bodyPr/>
                    <a:lstStyle/>
                    <a:p>
                      <a:r>
                        <a:rPr lang="en-US" altLang="zh-TW" dirty="0"/>
                        <a:t>9</a:t>
                      </a:r>
                      <a:endParaRPr lang="zh-TW" altLang="en-US" dirty="0"/>
                    </a:p>
                  </a:txBody>
                  <a:tcPr/>
                </a:tc>
                <a:extLst>
                  <a:ext uri="{0D108BD9-81ED-4DB2-BD59-A6C34878D82A}">
                    <a16:rowId xmlns:a16="http://schemas.microsoft.com/office/drawing/2014/main" val="775307911"/>
                  </a:ext>
                </a:extLst>
              </a:tr>
              <a:tr h="370840">
                <a:tc>
                  <a:txBody>
                    <a:bodyPr/>
                    <a:lstStyle/>
                    <a:p>
                      <a:r>
                        <a:rPr lang="en-US" altLang="zh-TW" dirty="0"/>
                        <a:t>5</a:t>
                      </a:r>
                      <a:endParaRPr lang="zh-TW" altLang="en-US" dirty="0"/>
                    </a:p>
                  </a:txBody>
                  <a:tcPr/>
                </a:tc>
                <a:tc>
                  <a:txBody>
                    <a:bodyPr/>
                    <a:lstStyle/>
                    <a:p>
                      <a:r>
                        <a:rPr lang="en-US" altLang="zh-TW" dirty="0"/>
                        <a:t>4</a:t>
                      </a:r>
                      <a:endParaRPr lang="zh-TW" altLang="en-US" dirty="0"/>
                    </a:p>
                  </a:txBody>
                  <a:tcPr/>
                </a:tc>
                <a:tc>
                  <a:txBody>
                    <a:bodyPr/>
                    <a:lstStyle/>
                    <a:p>
                      <a:r>
                        <a:rPr lang="en-US" altLang="zh-TW" dirty="0"/>
                        <a:t>12</a:t>
                      </a:r>
                      <a:endParaRPr lang="zh-TW" altLang="en-US" dirty="0"/>
                    </a:p>
                  </a:txBody>
                  <a:tcPr/>
                </a:tc>
                <a:tc>
                  <a:txBody>
                    <a:bodyPr/>
                    <a:lstStyle/>
                    <a:p>
                      <a:r>
                        <a:rPr lang="en-US" altLang="zh-TW" dirty="0"/>
                        <a:t>3</a:t>
                      </a:r>
                      <a:endParaRPr lang="zh-TW" altLang="en-US" dirty="0"/>
                    </a:p>
                  </a:txBody>
                  <a:tcPr/>
                </a:tc>
                <a:tc>
                  <a:txBody>
                    <a:bodyPr/>
                    <a:lstStyle/>
                    <a:p>
                      <a:r>
                        <a:rPr lang="en-US" altLang="zh-TW" dirty="0"/>
                        <a:t>8</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7</a:t>
                      </a:r>
                      <a:endParaRPr lang="zh-TW" altLang="en-US" dirty="0"/>
                    </a:p>
                  </a:txBody>
                  <a:tcPr/>
                </a:tc>
                <a:tc>
                  <a:txBody>
                    <a:bodyPr/>
                    <a:lstStyle/>
                    <a:p>
                      <a:r>
                        <a:rPr lang="en-US" altLang="zh-TW" dirty="0"/>
                        <a:t>2</a:t>
                      </a:r>
                      <a:endParaRPr lang="zh-TW" altLang="en-US" dirty="0"/>
                    </a:p>
                  </a:txBody>
                  <a:tcPr/>
                </a:tc>
                <a:extLst>
                  <a:ext uri="{0D108BD9-81ED-4DB2-BD59-A6C34878D82A}">
                    <a16:rowId xmlns:a16="http://schemas.microsoft.com/office/drawing/2014/main" val="1659839301"/>
                  </a:ext>
                </a:extLst>
              </a:tr>
              <a:tr h="370840">
                <a:tc>
                  <a:txBody>
                    <a:bodyPr/>
                    <a:lstStyle/>
                    <a:p>
                      <a:r>
                        <a:rPr lang="en-US" altLang="zh-TW" dirty="0"/>
                        <a:t>…</a:t>
                      </a:r>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2290830744"/>
                  </a:ext>
                </a:extLst>
              </a:tr>
              <a:tr h="370840">
                <a:tc>
                  <a:txBody>
                    <a:bodyPr/>
                    <a:lstStyle/>
                    <a:p>
                      <a:r>
                        <a:rPr lang="en-US" altLang="zh-TW" dirty="0"/>
                        <a:t>…</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209202978"/>
                  </a:ext>
                </a:extLst>
              </a:tr>
            </a:tbl>
          </a:graphicData>
        </a:graphic>
      </p:graphicFrame>
      <p:sp>
        <p:nvSpPr>
          <p:cNvPr id="4" name="箭號: 向右 3">
            <a:extLst>
              <a:ext uri="{FF2B5EF4-FFF2-40B4-BE49-F238E27FC236}">
                <a16:creationId xmlns:a16="http://schemas.microsoft.com/office/drawing/2014/main" id="{C21937D4-BB42-42E8-AA9D-B0CFE73708BB}"/>
              </a:ext>
            </a:extLst>
          </p:cNvPr>
          <p:cNvSpPr/>
          <p:nvPr/>
        </p:nvSpPr>
        <p:spPr>
          <a:xfrm>
            <a:off x="9432636" y="3810248"/>
            <a:ext cx="344993" cy="1607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箭號: 向右 9">
            <a:extLst>
              <a:ext uri="{FF2B5EF4-FFF2-40B4-BE49-F238E27FC236}">
                <a16:creationId xmlns:a16="http://schemas.microsoft.com/office/drawing/2014/main" id="{D88CC4D5-7CAC-4272-A6F4-36201F76CEA7}"/>
              </a:ext>
            </a:extLst>
          </p:cNvPr>
          <p:cNvSpPr/>
          <p:nvPr/>
        </p:nvSpPr>
        <p:spPr>
          <a:xfrm>
            <a:off x="9432637" y="4223890"/>
            <a:ext cx="344993" cy="1607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7713D5FC-34C6-4B7E-8791-0905AC7A5C9B}"/>
              </a:ext>
            </a:extLst>
          </p:cNvPr>
          <p:cNvSpPr/>
          <p:nvPr/>
        </p:nvSpPr>
        <p:spPr>
          <a:xfrm>
            <a:off x="9432637" y="4586356"/>
            <a:ext cx="344993" cy="1607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D2849001-FFA2-4FA5-9D92-B9CC818A9925}"/>
              </a:ext>
            </a:extLst>
          </p:cNvPr>
          <p:cNvSpPr/>
          <p:nvPr/>
        </p:nvSpPr>
        <p:spPr>
          <a:xfrm>
            <a:off x="9450093" y="4955784"/>
            <a:ext cx="344993" cy="1607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B68E5654-9628-4746-960E-12E7EB0DBA5E}"/>
              </a:ext>
            </a:extLst>
          </p:cNvPr>
          <p:cNvSpPr txBox="1"/>
          <p:nvPr/>
        </p:nvSpPr>
        <p:spPr>
          <a:xfrm>
            <a:off x="9763547" y="3689679"/>
            <a:ext cx="1180706" cy="369332"/>
          </a:xfrm>
          <a:prstGeom prst="rect">
            <a:avLst/>
          </a:prstGeom>
          <a:noFill/>
        </p:spPr>
        <p:txBody>
          <a:bodyPr wrap="square" rtlCol="0">
            <a:spAutoFit/>
          </a:bodyPr>
          <a:lstStyle/>
          <a:p>
            <a:r>
              <a:rPr lang="en-US" altLang="zh-TW" dirty="0"/>
              <a:t>Fitness1</a:t>
            </a:r>
          </a:p>
        </p:txBody>
      </p:sp>
      <p:sp>
        <p:nvSpPr>
          <p:cNvPr id="14" name="文字方塊 13">
            <a:extLst>
              <a:ext uri="{FF2B5EF4-FFF2-40B4-BE49-F238E27FC236}">
                <a16:creationId xmlns:a16="http://schemas.microsoft.com/office/drawing/2014/main" id="{8D3BC75C-5992-48FF-8445-0478BCDEDBCE}"/>
              </a:ext>
            </a:extLst>
          </p:cNvPr>
          <p:cNvSpPr txBox="1"/>
          <p:nvPr/>
        </p:nvSpPr>
        <p:spPr>
          <a:xfrm>
            <a:off x="9757533" y="4114514"/>
            <a:ext cx="1180706" cy="369332"/>
          </a:xfrm>
          <a:prstGeom prst="rect">
            <a:avLst/>
          </a:prstGeom>
          <a:noFill/>
        </p:spPr>
        <p:txBody>
          <a:bodyPr wrap="square" rtlCol="0">
            <a:spAutoFit/>
          </a:bodyPr>
          <a:lstStyle/>
          <a:p>
            <a:r>
              <a:rPr lang="en-US" altLang="zh-TW" dirty="0"/>
              <a:t>Fitness2</a:t>
            </a:r>
          </a:p>
        </p:txBody>
      </p:sp>
      <p:sp>
        <p:nvSpPr>
          <p:cNvPr id="15" name="文字方塊 14">
            <a:extLst>
              <a:ext uri="{FF2B5EF4-FFF2-40B4-BE49-F238E27FC236}">
                <a16:creationId xmlns:a16="http://schemas.microsoft.com/office/drawing/2014/main" id="{53718B4B-07D6-48CC-8946-76BDB7E6943B}"/>
              </a:ext>
            </a:extLst>
          </p:cNvPr>
          <p:cNvSpPr txBox="1"/>
          <p:nvPr/>
        </p:nvSpPr>
        <p:spPr>
          <a:xfrm>
            <a:off x="9763547" y="4519720"/>
            <a:ext cx="1180706" cy="369332"/>
          </a:xfrm>
          <a:prstGeom prst="rect">
            <a:avLst/>
          </a:prstGeom>
          <a:noFill/>
        </p:spPr>
        <p:txBody>
          <a:bodyPr wrap="square" rtlCol="0">
            <a:spAutoFit/>
          </a:bodyPr>
          <a:lstStyle/>
          <a:p>
            <a:r>
              <a:rPr lang="en-US" altLang="zh-TW" dirty="0"/>
              <a:t>Fitness3</a:t>
            </a:r>
          </a:p>
        </p:txBody>
      </p:sp>
      <p:sp>
        <p:nvSpPr>
          <p:cNvPr id="16" name="文字方塊 15">
            <a:extLst>
              <a:ext uri="{FF2B5EF4-FFF2-40B4-BE49-F238E27FC236}">
                <a16:creationId xmlns:a16="http://schemas.microsoft.com/office/drawing/2014/main" id="{888844AC-68A8-496A-BCD2-E833D01914FD}"/>
              </a:ext>
            </a:extLst>
          </p:cNvPr>
          <p:cNvSpPr txBox="1"/>
          <p:nvPr/>
        </p:nvSpPr>
        <p:spPr>
          <a:xfrm>
            <a:off x="9763547" y="4889052"/>
            <a:ext cx="1180706" cy="369332"/>
          </a:xfrm>
          <a:prstGeom prst="rect">
            <a:avLst/>
          </a:prstGeom>
          <a:noFill/>
        </p:spPr>
        <p:txBody>
          <a:bodyPr wrap="square" rtlCol="0">
            <a:spAutoFit/>
          </a:bodyPr>
          <a:lstStyle/>
          <a:p>
            <a:r>
              <a:rPr lang="en-US" altLang="zh-TW" dirty="0"/>
              <a:t>Fitness4</a:t>
            </a:r>
          </a:p>
        </p:txBody>
      </p:sp>
      <p:sp>
        <p:nvSpPr>
          <p:cNvPr id="17" name="文字方塊 16">
            <a:extLst>
              <a:ext uri="{FF2B5EF4-FFF2-40B4-BE49-F238E27FC236}">
                <a16:creationId xmlns:a16="http://schemas.microsoft.com/office/drawing/2014/main" id="{9726BB23-6D66-4568-99AF-54D028F8D5B7}"/>
              </a:ext>
            </a:extLst>
          </p:cNvPr>
          <p:cNvSpPr txBox="1"/>
          <p:nvPr/>
        </p:nvSpPr>
        <p:spPr>
          <a:xfrm>
            <a:off x="424872" y="470931"/>
            <a:ext cx="10075980" cy="584775"/>
          </a:xfrm>
          <a:prstGeom prst="rect">
            <a:avLst/>
          </a:prstGeom>
          <a:noFill/>
        </p:spPr>
        <p:txBody>
          <a:bodyPr wrap="square" rtlCol="0">
            <a:spAutoFit/>
          </a:bodyPr>
          <a:lstStyle/>
          <a:p>
            <a:r>
              <a:rPr lang="en-US" altLang="zh-TW" sz="3200" b="1" dirty="0">
                <a:latin typeface="Times New Roman" panose="02020603050405020304" pitchFamily="18" charset="0"/>
                <a:cs typeface="Times New Roman" panose="02020603050405020304" pitchFamily="18" charset="0"/>
              </a:rPr>
              <a:t>Genetic Algorithm – Data Structure and Detail</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Tree>
    <p:extLst>
      <p:ext uri="{BB962C8B-B14F-4D97-AF65-F5344CB8AC3E}">
        <p14:creationId xmlns:p14="http://schemas.microsoft.com/office/powerpoint/2010/main" val="2604600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7" name="文字方塊 6">
            <a:extLst>
              <a:ext uri="{FF2B5EF4-FFF2-40B4-BE49-F238E27FC236}">
                <a16:creationId xmlns:a16="http://schemas.microsoft.com/office/drawing/2014/main" id="{8C6376B0-D67F-4623-BF98-346DAAD5A047}"/>
              </a:ext>
            </a:extLst>
          </p:cNvPr>
          <p:cNvSpPr txBox="1"/>
          <p:nvPr/>
        </p:nvSpPr>
        <p:spPr>
          <a:xfrm>
            <a:off x="735631" y="1751572"/>
            <a:ext cx="10874478" cy="3970318"/>
          </a:xfrm>
          <a:prstGeom prst="rect">
            <a:avLst/>
          </a:prstGeom>
          <a:noFill/>
        </p:spPr>
        <p:txBody>
          <a:bodyPr wrap="square" rtlCol="0">
            <a:spAutoFit/>
          </a:bodyPr>
          <a:lstStyle/>
          <a:p>
            <a:r>
              <a:rPr lang="en-US" altLang="zh-TW" b="1" dirty="0"/>
              <a:t>Gene Select Population:</a:t>
            </a:r>
            <a:endParaRPr lang="en-US" altLang="zh-TW" dirty="0"/>
          </a:p>
          <a:p>
            <a:pPr lvl="1"/>
            <a:endParaRPr lang="en-US" altLang="zh-TW" dirty="0"/>
          </a:p>
          <a:p>
            <a:pPr lvl="1"/>
            <a:r>
              <a:rPr lang="en-US" altLang="zh-TW" dirty="0"/>
              <a:t>POPULATION_SIZE = 200</a:t>
            </a:r>
          </a:p>
          <a:p>
            <a:pPr lvl="1"/>
            <a:r>
              <a:rPr lang="en-US" altLang="zh-TW" dirty="0"/>
              <a:t>GENOME_LENGTH =</a:t>
            </a:r>
          </a:p>
          <a:p>
            <a:pPr lvl="1"/>
            <a:r>
              <a:rPr lang="en-US" altLang="zh-TW" dirty="0"/>
              <a:t>MUTATION_RATE = 0.1</a:t>
            </a:r>
          </a:p>
          <a:p>
            <a:pPr lvl="1"/>
            <a:r>
              <a:rPr lang="en-US" altLang="zh-TW" dirty="0"/>
              <a:t>GENERATIONS = 1000</a:t>
            </a:r>
          </a:p>
          <a:p>
            <a:pPr lvl="1"/>
            <a:endParaRPr lang="en-US" altLang="zh-TW" dirty="0"/>
          </a:p>
          <a:p>
            <a:r>
              <a:rPr lang="en-US" altLang="zh-TW" b="1" dirty="0"/>
              <a:t>Return Best Solution:</a:t>
            </a:r>
            <a:endParaRPr lang="en-US" altLang="zh-TW" dirty="0"/>
          </a:p>
          <a:p>
            <a:endParaRPr lang="en-US" altLang="zh-TW" dirty="0"/>
          </a:p>
          <a:p>
            <a:pPr lvl="1"/>
            <a:endParaRPr lang="en-US" altLang="zh-TW" dirty="0"/>
          </a:p>
          <a:p>
            <a:pPr lvl="1"/>
            <a:endParaRPr lang="en-US" altLang="zh-TW" dirty="0"/>
          </a:p>
          <a:p>
            <a:endParaRPr lang="en-US" altLang="zh-TW" b="1" dirty="0"/>
          </a:p>
          <a:p>
            <a:endParaRPr lang="en-US" altLang="zh-TW" b="1" dirty="0"/>
          </a:p>
          <a:p>
            <a:endParaRPr lang="en-US" altLang="zh-TW" b="1" dirty="0"/>
          </a:p>
        </p:txBody>
      </p:sp>
      <p:graphicFrame>
        <p:nvGraphicFramePr>
          <p:cNvPr id="9" name="表格 12">
            <a:extLst>
              <a:ext uri="{FF2B5EF4-FFF2-40B4-BE49-F238E27FC236}">
                <a16:creationId xmlns:a16="http://schemas.microsoft.com/office/drawing/2014/main" id="{0C63943A-2AE2-4A86-898C-F89FCB5987CB}"/>
              </a:ext>
            </a:extLst>
          </p:cNvPr>
          <p:cNvGraphicFramePr>
            <a:graphicFrameLocks noGrp="1"/>
          </p:cNvGraphicFramePr>
          <p:nvPr>
            <p:extLst>
              <p:ext uri="{D42A27DB-BD31-4B8C-83A1-F6EECF244321}">
                <p14:modId xmlns:p14="http://schemas.microsoft.com/office/powerpoint/2010/main" val="3927119235"/>
              </p:ext>
            </p:extLst>
          </p:nvPr>
        </p:nvGraphicFramePr>
        <p:xfrm>
          <a:off x="1366983" y="4685329"/>
          <a:ext cx="8128000" cy="148336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3420196489"/>
                    </a:ext>
                  </a:extLst>
                </a:gridCol>
                <a:gridCol w="812800">
                  <a:extLst>
                    <a:ext uri="{9D8B030D-6E8A-4147-A177-3AD203B41FA5}">
                      <a16:colId xmlns:a16="http://schemas.microsoft.com/office/drawing/2014/main" val="1686997223"/>
                    </a:ext>
                  </a:extLst>
                </a:gridCol>
                <a:gridCol w="812800">
                  <a:extLst>
                    <a:ext uri="{9D8B030D-6E8A-4147-A177-3AD203B41FA5}">
                      <a16:colId xmlns:a16="http://schemas.microsoft.com/office/drawing/2014/main" val="3210052292"/>
                    </a:ext>
                  </a:extLst>
                </a:gridCol>
                <a:gridCol w="812800">
                  <a:extLst>
                    <a:ext uri="{9D8B030D-6E8A-4147-A177-3AD203B41FA5}">
                      <a16:colId xmlns:a16="http://schemas.microsoft.com/office/drawing/2014/main" val="1413363049"/>
                    </a:ext>
                  </a:extLst>
                </a:gridCol>
                <a:gridCol w="812800">
                  <a:extLst>
                    <a:ext uri="{9D8B030D-6E8A-4147-A177-3AD203B41FA5}">
                      <a16:colId xmlns:a16="http://schemas.microsoft.com/office/drawing/2014/main" val="458997387"/>
                    </a:ext>
                  </a:extLst>
                </a:gridCol>
                <a:gridCol w="812800">
                  <a:extLst>
                    <a:ext uri="{9D8B030D-6E8A-4147-A177-3AD203B41FA5}">
                      <a16:colId xmlns:a16="http://schemas.microsoft.com/office/drawing/2014/main" val="3611705725"/>
                    </a:ext>
                  </a:extLst>
                </a:gridCol>
                <a:gridCol w="812800">
                  <a:extLst>
                    <a:ext uri="{9D8B030D-6E8A-4147-A177-3AD203B41FA5}">
                      <a16:colId xmlns:a16="http://schemas.microsoft.com/office/drawing/2014/main" val="1971753299"/>
                    </a:ext>
                  </a:extLst>
                </a:gridCol>
                <a:gridCol w="812800">
                  <a:extLst>
                    <a:ext uri="{9D8B030D-6E8A-4147-A177-3AD203B41FA5}">
                      <a16:colId xmlns:a16="http://schemas.microsoft.com/office/drawing/2014/main" val="3305667046"/>
                    </a:ext>
                  </a:extLst>
                </a:gridCol>
                <a:gridCol w="812800">
                  <a:extLst>
                    <a:ext uri="{9D8B030D-6E8A-4147-A177-3AD203B41FA5}">
                      <a16:colId xmlns:a16="http://schemas.microsoft.com/office/drawing/2014/main" val="313468247"/>
                    </a:ext>
                  </a:extLst>
                </a:gridCol>
                <a:gridCol w="812800">
                  <a:extLst>
                    <a:ext uri="{9D8B030D-6E8A-4147-A177-3AD203B41FA5}">
                      <a16:colId xmlns:a16="http://schemas.microsoft.com/office/drawing/2014/main" val="3593691735"/>
                    </a:ext>
                  </a:extLst>
                </a:gridCol>
              </a:tblGrid>
              <a:tr h="370840">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14</a:t>
                      </a:r>
                      <a:endParaRPr lang="zh-TW" altLang="en-US" dirty="0"/>
                    </a:p>
                  </a:txBody>
                  <a:tcPr/>
                </a:tc>
                <a:tc>
                  <a:txBody>
                    <a:bodyPr/>
                    <a:lstStyle/>
                    <a:p>
                      <a:r>
                        <a:rPr lang="en-US" altLang="zh-TW" dirty="0"/>
                        <a:t>8</a:t>
                      </a:r>
                      <a:endParaRPr lang="zh-TW" altLang="en-US" dirty="0"/>
                    </a:p>
                  </a:txBody>
                  <a:tcPr/>
                </a:tc>
                <a:tc>
                  <a:txBody>
                    <a:bodyPr/>
                    <a:lstStyle/>
                    <a:p>
                      <a:r>
                        <a:rPr lang="en-US" altLang="zh-TW" dirty="0"/>
                        <a:t>1</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6</a:t>
                      </a:r>
                      <a:endParaRPr lang="zh-TW" altLang="en-US" dirty="0"/>
                    </a:p>
                  </a:txBody>
                  <a:tcPr/>
                </a:tc>
                <a:tc>
                  <a:txBody>
                    <a:bodyPr/>
                    <a:lstStyle/>
                    <a:p>
                      <a:r>
                        <a:rPr lang="en-US" altLang="zh-TW" dirty="0"/>
                        <a:t>9</a:t>
                      </a:r>
                      <a:endParaRPr lang="zh-TW" altLang="en-US" dirty="0"/>
                    </a:p>
                  </a:txBody>
                  <a:tcPr/>
                </a:tc>
                <a:extLst>
                  <a:ext uri="{0D108BD9-81ED-4DB2-BD59-A6C34878D82A}">
                    <a16:rowId xmlns:a16="http://schemas.microsoft.com/office/drawing/2014/main" val="775307911"/>
                  </a:ext>
                </a:extLst>
              </a:tr>
              <a:tr h="370840">
                <a:tc>
                  <a:txBody>
                    <a:bodyPr/>
                    <a:lstStyle/>
                    <a:p>
                      <a:r>
                        <a:rPr lang="en-US" altLang="zh-TW" dirty="0"/>
                        <a:t>5</a:t>
                      </a:r>
                      <a:endParaRPr lang="zh-TW" altLang="en-US" dirty="0"/>
                    </a:p>
                  </a:txBody>
                  <a:tcPr/>
                </a:tc>
                <a:tc>
                  <a:txBody>
                    <a:bodyPr/>
                    <a:lstStyle/>
                    <a:p>
                      <a:r>
                        <a:rPr lang="en-US" altLang="zh-TW" dirty="0"/>
                        <a:t>4</a:t>
                      </a:r>
                      <a:endParaRPr lang="zh-TW" altLang="en-US" dirty="0"/>
                    </a:p>
                  </a:txBody>
                  <a:tcPr/>
                </a:tc>
                <a:tc>
                  <a:txBody>
                    <a:bodyPr/>
                    <a:lstStyle/>
                    <a:p>
                      <a:r>
                        <a:rPr lang="en-US" altLang="zh-TW" dirty="0"/>
                        <a:t>12</a:t>
                      </a:r>
                      <a:endParaRPr lang="zh-TW" altLang="en-US" dirty="0"/>
                    </a:p>
                  </a:txBody>
                  <a:tcPr/>
                </a:tc>
                <a:tc>
                  <a:txBody>
                    <a:bodyPr/>
                    <a:lstStyle/>
                    <a:p>
                      <a:r>
                        <a:rPr lang="en-US" altLang="zh-TW" dirty="0"/>
                        <a:t>3</a:t>
                      </a:r>
                      <a:endParaRPr lang="zh-TW" altLang="en-US" dirty="0"/>
                    </a:p>
                  </a:txBody>
                  <a:tcPr/>
                </a:tc>
                <a:tc>
                  <a:txBody>
                    <a:bodyPr/>
                    <a:lstStyle/>
                    <a:p>
                      <a:r>
                        <a:rPr lang="en-US" altLang="zh-TW" dirty="0"/>
                        <a:t>8</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a:t>
                      </a:r>
                      <a:endParaRPr lang="zh-TW" altLang="en-US" dirty="0"/>
                    </a:p>
                  </a:txBody>
                  <a:tcPr/>
                </a:tc>
                <a:tc>
                  <a:txBody>
                    <a:bodyPr/>
                    <a:lstStyle/>
                    <a:p>
                      <a:r>
                        <a:rPr lang="en-US" altLang="zh-TW" dirty="0"/>
                        <a:t>7</a:t>
                      </a:r>
                      <a:endParaRPr lang="zh-TW" altLang="en-US" dirty="0"/>
                    </a:p>
                  </a:txBody>
                  <a:tcPr/>
                </a:tc>
                <a:tc>
                  <a:txBody>
                    <a:bodyPr/>
                    <a:lstStyle/>
                    <a:p>
                      <a:r>
                        <a:rPr lang="en-US" altLang="zh-TW" dirty="0"/>
                        <a:t>2</a:t>
                      </a:r>
                      <a:endParaRPr lang="zh-TW" altLang="en-US" dirty="0"/>
                    </a:p>
                  </a:txBody>
                  <a:tcPr/>
                </a:tc>
                <a:extLst>
                  <a:ext uri="{0D108BD9-81ED-4DB2-BD59-A6C34878D82A}">
                    <a16:rowId xmlns:a16="http://schemas.microsoft.com/office/drawing/2014/main" val="1659839301"/>
                  </a:ext>
                </a:extLst>
              </a:tr>
              <a:tr h="370840">
                <a:tc>
                  <a:txBody>
                    <a:bodyPr/>
                    <a:lstStyle/>
                    <a:p>
                      <a:r>
                        <a:rPr lang="en-US" altLang="zh-TW" dirty="0"/>
                        <a:t>…</a:t>
                      </a:r>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2290830744"/>
                  </a:ext>
                </a:extLst>
              </a:tr>
              <a:tr h="370840">
                <a:tc>
                  <a:txBody>
                    <a:bodyPr/>
                    <a:lstStyle/>
                    <a:p>
                      <a:r>
                        <a:rPr lang="en-US" altLang="zh-TW" dirty="0"/>
                        <a:t>…</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209202978"/>
                  </a:ext>
                </a:extLst>
              </a:tr>
            </a:tbl>
          </a:graphicData>
        </a:graphic>
      </p:graphicFrame>
      <p:sp>
        <p:nvSpPr>
          <p:cNvPr id="4" name="文字方塊 3">
            <a:extLst>
              <a:ext uri="{FF2B5EF4-FFF2-40B4-BE49-F238E27FC236}">
                <a16:creationId xmlns:a16="http://schemas.microsoft.com/office/drawing/2014/main" id="{8EEA368A-D53F-4D5B-A187-4204222E64A9}"/>
              </a:ext>
            </a:extLst>
          </p:cNvPr>
          <p:cNvSpPr txBox="1"/>
          <p:nvPr/>
        </p:nvSpPr>
        <p:spPr>
          <a:xfrm>
            <a:off x="1531880" y="4088625"/>
            <a:ext cx="4838775" cy="369332"/>
          </a:xfrm>
          <a:prstGeom prst="rect">
            <a:avLst/>
          </a:prstGeom>
          <a:noFill/>
        </p:spPr>
        <p:txBody>
          <a:bodyPr wrap="square" rtlCol="0">
            <a:spAutoFit/>
          </a:bodyPr>
          <a:lstStyle/>
          <a:p>
            <a:r>
              <a:rPr lang="en-US" altLang="zh-TW" dirty="0"/>
              <a:t>Choose largest fitness from the last population</a:t>
            </a:r>
            <a:endParaRPr lang="zh-TW" altLang="en-US" dirty="0"/>
          </a:p>
        </p:txBody>
      </p:sp>
      <p:sp>
        <p:nvSpPr>
          <p:cNvPr id="10" name="文字方塊 9">
            <a:extLst>
              <a:ext uri="{FF2B5EF4-FFF2-40B4-BE49-F238E27FC236}">
                <a16:creationId xmlns:a16="http://schemas.microsoft.com/office/drawing/2014/main" id="{4EDC7032-8E39-4CF9-BFA0-8EB2A6D688B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latin typeface="Times New Roman" panose="02020603050405020304" pitchFamily="18" charset="0"/>
                <a:cs typeface="Times New Roman" panose="02020603050405020304" pitchFamily="18" charset="0"/>
              </a:rPr>
              <a:t>Genetic Algorithm – Data Structure and Detail</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Tree>
    <p:extLst>
      <p:ext uri="{BB962C8B-B14F-4D97-AF65-F5344CB8AC3E}">
        <p14:creationId xmlns:p14="http://schemas.microsoft.com/office/powerpoint/2010/main" val="4120810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10" name="文字方塊 9">
            <a:extLst>
              <a:ext uri="{FF2B5EF4-FFF2-40B4-BE49-F238E27FC236}">
                <a16:creationId xmlns:a16="http://schemas.microsoft.com/office/drawing/2014/main" id="{4EDC7032-8E39-4CF9-BFA0-8EB2A6D688B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F</a:t>
            </a:r>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inal result comparison</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
        <p:nvSpPr>
          <p:cNvPr id="11" name="文字方塊 10">
            <a:extLst>
              <a:ext uri="{FF2B5EF4-FFF2-40B4-BE49-F238E27FC236}">
                <a16:creationId xmlns:a16="http://schemas.microsoft.com/office/drawing/2014/main" id="{791D2F34-8A16-4C9A-BB99-7679A2FD0DAF}"/>
              </a:ext>
            </a:extLst>
          </p:cNvPr>
          <p:cNvSpPr txBox="1"/>
          <p:nvPr/>
        </p:nvSpPr>
        <p:spPr>
          <a:xfrm>
            <a:off x="735631" y="1751572"/>
            <a:ext cx="10874478" cy="4247317"/>
          </a:xfrm>
          <a:prstGeom prst="rect">
            <a:avLst/>
          </a:prstGeom>
          <a:noFill/>
        </p:spPr>
        <p:txBody>
          <a:bodyPr wrap="square" rtlCol="0">
            <a:spAutoFit/>
          </a:bodyPr>
          <a:lstStyle/>
          <a:p>
            <a:r>
              <a:rPr lang="en-US" altLang="zh-TW" b="1" dirty="0"/>
              <a:t>cost_estimator_1 and design1.v :</a:t>
            </a:r>
          </a:p>
          <a:p>
            <a:endParaRPr lang="en-US" altLang="zh-TW" b="1" dirty="0"/>
          </a:p>
          <a:p>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r>
              <a:rPr lang="en-US" altLang="zh-TW" b="1" dirty="0"/>
              <a:t>cost_estimator_2 and design1.v:</a:t>
            </a:r>
            <a:endParaRPr lang="en-US" altLang="zh-TW" dirty="0"/>
          </a:p>
          <a:p>
            <a:endParaRPr lang="en-US" altLang="zh-TW" dirty="0"/>
          </a:p>
          <a:p>
            <a:pPr lvl="1"/>
            <a:endParaRPr lang="en-US" altLang="zh-TW" dirty="0"/>
          </a:p>
          <a:p>
            <a:pPr lvl="1"/>
            <a:endParaRPr lang="en-US" altLang="zh-TW" dirty="0"/>
          </a:p>
          <a:p>
            <a:endParaRPr lang="en-US" altLang="zh-TW" b="1" dirty="0"/>
          </a:p>
          <a:p>
            <a:endParaRPr lang="en-US" altLang="zh-TW" b="1" dirty="0"/>
          </a:p>
          <a:p>
            <a:endParaRPr lang="en-US" altLang="zh-TW" b="1" dirty="0"/>
          </a:p>
        </p:txBody>
      </p:sp>
      <p:pic>
        <p:nvPicPr>
          <p:cNvPr id="12" name="圖片 11">
            <a:extLst>
              <a:ext uri="{FF2B5EF4-FFF2-40B4-BE49-F238E27FC236}">
                <a16:creationId xmlns:a16="http://schemas.microsoft.com/office/drawing/2014/main" id="{EB41B861-8992-428B-9CF1-99ADFCF6C43E}"/>
              </a:ext>
            </a:extLst>
          </p:cNvPr>
          <p:cNvPicPr>
            <a:picLocks noChangeAspect="1"/>
          </p:cNvPicPr>
          <p:nvPr/>
        </p:nvPicPr>
        <p:blipFill>
          <a:blip r:embed="rId5"/>
          <a:stretch>
            <a:fillRect/>
          </a:stretch>
        </p:blipFill>
        <p:spPr>
          <a:xfrm>
            <a:off x="1562855" y="2717620"/>
            <a:ext cx="7152381" cy="857143"/>
          </a:xfrm>
          <a:prstGeom prst="rect">
            <a:avLst/>
          </a:prstGeom>
        </p:spPr>
      </p:pic>
      <p:pic>
        <p:nvPicPr>
          <p:cNvPr id="15" name="圖片 14">
            <a:extLst>
              <a:ext uri="{FF2B5EF4-FFF2-40B4-BE49-F238E27FC236}">
                <a16:creationId xmlns:a16="http://schemas.microsoft.com/office/drawing/2014/main" id="{2E3C2217-71F3-44CE-BA76-06A423DE9044}"/>
              </a:ext>
            </a:extLst>
          </p:cNvPr>
          <p:cNvPicPr>
            <a:picLocks noChangeAspect="1"/>
          </p:cNvPicPr>
          <p:nvPr/>
        </p:nvPicPr>
        <p:blipFill>
          <a:blip r:embed="rId6"/>
          <a:stretch>
            <a:fillRect/>
          </a:stretch>
        </p:blipFill>
        <p:spPr>
          <a:xfrm>
            <a:off x="1548570" y="4629257"/>
            <a:ext cx="7180952" cy="857143"/>
          </a:xfrm>
          <a:prstGeom prst="rect">
            <a:avLst/>
          </a:prstGeom>
        </p:spPr>
      </p:pic>
    </p:spTree>
    <p:extLst>
      <p:ext uri="{BB962C8B-B14F-4D97-AF65-F5344CB8AC3E}">
        <p14:creationId xmlns:p14="http://schemas.microsoft.com/office/powerpoint/2010/main" val="2049771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10" name="文字方塊 9">
            <a:extLst>
              <a:ext uri="{FF2B5EF4-FFF2-40B4-BE49-F238E27FC236}">
                <a16:creationId xmlns:a16="http://schemas.microsoft.com/office/drawing/2014/main" id="{4EDC7032-8E39-4CF9-BFA0-8EB2A6D688B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F</a:t>
            </a:r>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inal result comparison</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
        <p:nvSpPr>
          <p:cNvPr id="11" name="文字方塊 10">
            <a:extLst>
              <a:ext uri="{FF2B5EF4-FFF2-40B4-BE49-F238E27FC236}">
                <a16:creationId xmlns:a16="http://schemas.microsoft.com/office/drawing/2014/main" id="{791D2F34-8A16-4C9A-BB99-7679A2FD0DAF}"/>
              </a:ext>
            </a:extLst>
          </p:cNvPr>
          <p:cNvSpPr txBox="1"/>
          <p:nvPr/>
        </p:nvSpPr>
        <p:spPr>
          <a:xfrm>
            <a:off x="735631" y="1751572"/>
            <a:ext cx="10874478" cy="4247317"/>
          </a:xfrm>
          <a:prstGeom prst="rect">
            <a:avLst/>
          </a:prstGeom>
          <a:noFill/>
        </p:spPr>
        <p:txBody>
          <a:bodyPr wrap="square" rtlCol="0">
            <a:spAutoFit/>
          </a:bodyPr>
          <a:lstStyle/>
          <a:p>
            <a:r>
              <a:rPr lang="en-US" altLang="zh-TW" b="1" dirty="0"/>
              <a:t>cost_estimator_3 and design1.v :</a:t>
            </a:r>
          </a:p>
          <a:p>
            <a:endParaRPr lang="en-US" altLang="zh-TW" b="1" dirty="0"/>
          </a:p>
          <a:p>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r>
              <a:rPr lang="en-US" altLang="zh-TW" b="1" dirty="0"/>
              <a:t>cost_estimator_4 and design1.v:</a:t>
            </a:r>
            <a:endParaRPr lang="en-US" altLang="zh-TW" dirty="0"/>
          </a:p>
          <a:p>
            <a:endParaRPr lang="en-US" altLang="zh-TW" dirty="0"/>
          </a:p>
          <a:p>
            <a:pPr lvl="1"/>
            <a:endParaRPr lang="en-US" altLang="zh-TW" dirty="0"/>
          </a:p>
          <a:p>
            <a:pPr lvl="1"/>
            <a:endParaRPr lang="en-US" altLang="zh-TW" dirty="0"/>
          </a:p>
          <a:p>
            <a:endParaRPr lang="en-US" altLang="zh-TW" b="1" dirty="0"/>
          </a:p>
          <a:p>
            <a:endParaRPr lang="en-US" altLang="zh-TW" b="1" dirty="0"/>
          </a:p>
          <a:p>
            <a:endParaRPr lang="en-US" altLang="zh-TW" b="1" dirty="0"/>
          </a:p>
        </p:txBody>
      </p:sp>
      <p:pic>
        <p:nvPicPr>
          <p:cNvPr id="6" name="圖片 5">
            <a:extLst>
              <a:ext uri="{FF2B5EF4-FFF2-40B4-BE49-F238E27FC236}">
                <a16:creationId xmlns:a16="http://schemas.microsoft.com/office/drawing/2014/main" id="{52CEC4ED-8B80-4A38-9F33-0CFC2C3E2F74}"/>
              </a:ext>
            </a:extLst>
          </p:cNvPr>
          <p:cNvPicPr>
            <a:picLocks noChangeAspect="1"/>
          </p:cNvPicPr>
          <p:nvPr/>
        </p:nvPicPr>
        <p:blipFill>
          <a:blip r:embed="rId5"/>
          <a:stretch>
            <a:fillRect/>
          </a:stretch>
        </p:blipFill>
        <p:spPr>
          <a:xfrm>
            <a:off x="1436932" y="2512255"/>
            <a:ext cx="6142857" cy="1009524"/>
          </a:xfrm>
          <a:prstGeom prst="rect">
            <a:avLst/>
          </a:prstGeom>
        </p:spPr>
      </p:pic>
      <p:pic>
        <p:nvPicPr>
          <p:cNvPr id="9" name="圖片 8">
            <a:extLst>
              <a:ext uri="{FF2B5EF4-FFF2-40B4-BE49-F238E27FC236}">
                <a16:creationId xmlns:a16="http://schemas.microsoft.com/office/drawing/2014/main" id="{FAAA0CA6-E1CE-4072-AD44-03693085FCA0}"/>
              </a:ext>
            </a:extLst>
          </p:cNvPr>
          <p:cNvPicPr>
            <a:picLocks noChangeAspect="1"/>
          </p:cNvPicPr>
          <p:nvPr/>
        </p:nvPicPr>
        <p:blipFill>
          <a:blip r:embed="rId6"/>
          <a:stretch>
            <a:fillRect/>
          </a:stretch>
        </p:blipFill>
        <p:spPr>
          <a:xfrm>
            <a:off x="1436931" y="4641776"/>
            <a:ext cx="6142857" cy="1180952"/>
          </a:xfrm>
          <a:prstGeom prst="rect">
            <a:avLst/>
          </a:prstGeom>
        </p:spPr>
      </p:pic>
    </p:spTree>
    <p:extLst>
      <p:ext uri="{BB962C8B-B14F-4D97-AF65-F5344CB8AC3E}">
        <p14:creationId xmlns:p14="http://schemas.microsoft.com/office/powerpoint/2010/main" val="1616985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10" name="文字方塊 9">
            <a:extLst>
              <a:ext uri="{FF2B5EF4-FFF2-40B4-BE49-F238E27FC236}">
                <a16:creationId xmlns:a16="http://schemas.microsoft.com/office/drawing/2014/main" id="{4EDC7032-8E39-4CF9-BFA0-8EB2A6D688B8}"/>
              </a:ext>
            </a:extLst>
          </p:cNvPr>
          <p:cNvSpPr txBox="1"/>
          <p:nvPr/>
        </p:nvSpPr>
        <p:spPr>
          <a:xfrm>
            <a:off x="424872" y="470931"/>
            <a:ext cx="10075980" cy="584775"/>
          </a:xfrm>
          <a:prstGeom prst="rect">
            <a:avLst/>
          </a:prstGeom>
          <a:noFill/>
        </p:spPr>
        <p:txBody>
          <a:bodyPr wrap="square" rtlCol="0">
            <a:sp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F</a:t>
            </a:r>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inal result comparison</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
        <p:nvSpPr>
          <p:cNvPr id="11" name="文字方塊 10">
            <a:extLst>
              <a:ext uri="{FF2B5EF4-FFF2-40B4-BE49-F238E27FC236}">
                <a16:creationId xmlns:a16="http://schemas.microsoft.com/office/drawing/2014/main" id="{791D2F34-8A16-4C9A-BB99-7679A2FD0DAF}"/>
              </a:ext>
            </a:extLst>
          </p:cNvPr>
          <p:cNvSpPr txBox="1"/>
          <p:nvPr/>
        </p:nvSpPr>
        <p:spPr>
          <a:xfrm>
            <a:off x="735631" y="1738618"/>
            <a:ext cx="10874478" cy="4247317"/>
          </a:xfrm>
          <a:prstGeom prst="rect">
            <a:avLst/>
          </a:prstGeom>
          <a:noFill/>
        </p:spPr>
        <p:txBody>
          <a:bodyPr wrap="square" rtlCol="0">
            <a:spAutoFit/>
          </a:bodyPr>
          <a:lstStyle/>
          <a:p>
            <a:r>
              <a:rPr lang="en-US" altLang="zh-TW" b="1" dirty="0"/>
              <a:t>cost_estimator_5 and design1.v :</a:t>
            </a:r>
          </a:p>
          <a:p>
            <a:endParaRPr lang="en-US" altLang="zh-TW" b="1" dirty="0"/>
          </a:p>
          <a:p>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r>
              <a:rPr lang="en-US" altLang="zh-TW" b="1" dirty="0"/>
              <a:t>cost_estimator_6 and design1.v:</a:t>
            </a:r>
            <a:endParaRPr lang="en-US" altLang="zh-TW" dirty="0"/>
          </a:p>
          <a:p>
            <a:endParaRPr lang="en-US" altLang="zh-TW" dirty="0"/>
          </a:p>
          <a:p>
            <a:pPr lvl="1"/>
            <a:endParaRPr lang="en-US" altLang="zh-TW" dirty="0"/>
          </a:p>
          <a:p>
            <a:pPr lvl="1"/>
            <a:endParaRPr lang="en-US" altLang="zh-TW" dirty="0"/>
          </a:p>
          <a:p>
            <a:endParaRPr lang="en-US" altLang="zh-TW" b="1" dirty="0"/>
          </a:p>
          <a:p>
            <a:endParaRPr lang="en-US" altLang="zh-TW" b="1" dirty="0"/>
          </a:p>
          <a:p>
            <a:endParaRPr lang="en-US" altLang="zh-TW" b="1" dirty="0"/>
          </a:p>
        </p:txBody>
      </p:sp>
      <p:pic>
        <p:nvPicPr>
          <p:cNvPr id="6" name="圖片 5">
            <a:extLst>
              <a:ext uri="{FF2B5EF4-FFF2-40B4-BE49-F238E27FC236}">
                <a16:creationId xmlns:a16="http://schemas.microsoft.com/office/drawing/2014/main" id="{8321113E-37CA-45C4-BEC4-B86375161E5A}"/>
              </a:ext>
            </a:extLst>
          </p:cNvPr>
          <p:cNvPicPr>
            <a:picLocks noChangeAspect="1"/>
          </p:cNvPicPr>
          <p:nvPr/>
        </p:nvPicPr>
        <p:blipFill>
          <a:blip r:embed="rId5"/>
          <a:stretch>
            <a:fillRect/>
          </a:stretch>
        </p:blipFill>
        <p:spPr>
          <a:xfrm>
            <a:off x="1548570" y="2532352"/>
            <a:ext cx="6171429" cy="1009524"/>
          </a:xfrm>
          <a:prstGeom prst="rect">
            <a:avLst/>
          </a:prstGeom>
        </p:spPr>
      </p:pic>
      <p:pic>
        <p:nvPicPr>
          <p:cNvPr id="9" name="圖片 8">
            <a:extLst>
              <a:ext uri="{FF2B5EF4-FFF2-40B4-BE49-F238E27FC236}">
                <a16:creationId xmlns:a16="http://schemas.microsoft.com/office/drawing/2014/main" id="{CD12D749-53B1-44DA-9B88-6F34CA2C5C37}"/>
              </a:ext>
            </a:extLst>
          </p:cNvPr>
          <p:cNvPicPr>
            <a:picLocks noChangeAspect="1"/>
          </p:cNvPicPr>
          <p:nvPr/>
        </p:nvPicPr>
        <p:blipFill>
          <a:blip r:embed="rId6"/>
          <a:stretch>
            <a:fillRect/>
          </a:stretch>
        </p:blipFill>
        <p:spPr>
          <a:xfrm>
            <a:off x="1548570" y="4768107"/>
            <a:ext cx="6142857" cy="1000000"/>
          </a:xfrm>
          <a:prstGeom prst="rect">
            <a:avLst/>
          </a:prstGeom>
        </p:spPr>
      </p:pic>
    </p:spTree>
    <p:extLst>
      <p:ext uri="{BB962C8B-B14F-4D97-AF65-F5344CB8AC3E}">
        <p14:creationId xmlns:p14="http://schemas.microsoft.com/office/powerpoint/2010/main" val="3961249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10" name="文字方塊 9">
            <a:extLst>
              <a:ext uri="{FF2B5EF4-FFF2-40B4-BE49-F238E27FC236}">
                <a16:creationId xmlns:a16="http://schemas.microsoft.com/office/drawing/2014/main" id="{4EDC7032-8E39-4CF9-BFA0-8EB2A6D688B8}"/>
              </a:ext>
            </a:extLst>
          </p:cNvPr>
          <p:cNvSpPr txBox="1"/>
          <p:nvPr/>
        </p:nvSpPr>
        <p:spPr>
          <a:xfrm>
            <a:off x="424872" y="470931"/>
            <a:ext cx="10075980" cy="584775"/>
          </a:xfrm>
          <a:prstGeom prst="rect">
            <a:avLst/>
          </a:prstGeom>
          <a:noFill/>
        </p:spPr>
        <p:txBody>
          <a:bodyPr wrap="square" rtlCol="0">
            <a:spAutoFit/>
          </a:bodyPr>
          <a:lstStyle/>
          <a:p>
            <a:r>
              <a:rPr lang="en-US" altLang="zh-TW" sz="3200" b="1" i="0" u="none" strike="noStrike" baseline="0" dirty="0">
                <a:solidFill>
                  <a:srgbClr val="000000"/>
                </a:solidFill>
                <a:latin typeface="Times New Roman" panose="02020603050405020304" pitchFamily="18" charset="0"/>
                <a:cs typeface="Times New Roman" panose="02020603050405020304" pitchFamily="18" charset="0"/>
              </a:rPr>
              <a:t>Conclusions</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sp>
        <p:nvSpPr>
          <p:cNvPr id="11" name="文字方塊 10">
            <a:extLst>
              <a:ext uri="{FF2B5EF4-FFF2-40B4-BE49-F238E27FC236}">
                <a16:creationId xmlns:a16="http://schemas.microsoft.com/office/drawing/2014/main" id="{791D2F34-8A16-4C9A-BB99-7679A2FD0DAF}"/>
              </a:ext>
            </a:extLst>
          </p:cNvPr>
          <p:cNvSpPr txBox="1"/>
          <p:nvPr/>
        </p:nvSpPr>
        <p:spPr>
          <a:xfrm>
            <a:off x="735631" y="1738618"/>
            <a:ext cx="10874478" cy="5632311"/>
          </a:xfrm>
          <a:prstGeom prst="rect">
            <a:avLst/>
          </a:prstGeom>
          <a:noFill/>
        </p:spPr>
        <p:txBody>
          <a:bodyPr wrap="square" rtlCol="0">
            <a:spAutoFit/>
          </a:bodyPr>
          <a:lstStyle/>
          <a:p>
            <a:r>
              <a:rPr lang="en" altLang="zh-TW" b="1" dirty="0"/>
              <a:t>Problem Statement and Objective</a:t>
            </a:r>
            <a:r>
              <a:rPr lang="en" altLang="zh-TW" dirty="0"/>
              <a:t>: The project aims to develop a program that optimizes logic synthesis using a cost function estimator and minimizes costs through reinforcement learning.</a:t>
            </a:r>
          </a:p>
          <a:p>
            <a:endParaRPr lang="en" altLang="zh-TW" dirty="0"/>
          </a:p>
          <a:p>
            <a:r>
              <a:rPr lang="en" altLang="zh-TW" b="1" dirty="0"/>
              <a:t>Tools and Techniques</a:t>
            </a:r>
            <a:r>
              <a:rPr lang="en" altLang="zh-TW" dirty="0"/>
              <a:t>: The primary tool used is the </a:t>
            </a:r>
            <a:r>
              <a:rPr lang="en" altLang="zh-TW" dirty="0" err="1"/>
              <a:t>Yosys</a:t>
            </a:r>
            <a:r>
              <a:rPr lang="en" altLang="zh-TW" dirty="0"/>
              <a:t> framework for Verilog RTL synthesis, combined with a Genetic Algorithm (GA) for further optimizing the selection of logic gates. </a:t>
            </a:r>
          </a:p>
          <a:p>
            <a:r>
              <a:rPr lang="en" altLang="zh-TW" dirty="0" err="1"/>
              <a:t>Yosys</a:t>
            </a:r>
            <a:r>
              <a:rPr lang="en" altLang="zh-TW" dirty="0"/>
              <a:t> supports almost all synthesizable Verilog-2005 designs and offers formal verification and equivalence checking methods.</a:t>
            </a:r>
          </a:p>
          <a:p>
            <a:endParaRPr lang="en" altLang="zh-TW" dirty="0"/>
          </a:p>
          <a:p>
            <a:r>
              <a:rPr lang="en" altLang="zh-TW" b="1" dirty="0"/>
              <a:t>Application of Genetic Algorithm</a:t>
            </a:r>
            <a:r>
              <a:rPr lang="en" altLang="zh-TW" dirty="0"/>
              <a:t>: The Genetic Algorithm is utilized to determine the specific type of each logic gate. The algorithm progresses through steps such as initial population, fitness calculation, crossover, and mutation to iteratively optimize the design and select the best solution.</a:t>
            </a:r>
          </a:p>
          <a:p>
            <a:endParaRPr lang="en" altLang="zh-TW" dirty="0"/>
          </a:p>
          <a:p>
            <a:r>
              <a:rPr lang="en" altLang="zh-TW" b="1" dirty="0"/>
              <a:t>Results Comparison</a:t>
            </a:r>
            <a:r>
              <a:rPr lang="en" altLang="zh-TW" dirty="0"/>
              <a:t>: By testing with different cost estimators and design versions, the results indicate that this approach effectively optimizes the Verilog netlist.</a:t>
            </a:r>
          </a:p>
          <a:p>
            <a:endParaRPr lang="en-US" altLang="zh-TW" dirty="0"/>
          </a:p>
          <a:p>
            <a:pPr lvl="1"/>
            <a:endParaRPr lang="en-US" altLang="zh-TW" dirty="0"/>
          </a:p>
          <a:p>
            <a:pPr lvl="1"/>
            <a:endParaRPr lang="en-US" altLang="zh-TW" dirty="0"/>
          </a:p>
          <a:p>
            <a:endParaRPr lang="en-US" altLang="zh-TW" b="1" dirty="0"/>
          </a:p>
          <a:p>
            <a:endParaRPr lang="en-US" altLang="zh-TW" b="1" dirty="0"/>
          </a:p>
          <a:p>
            <a:endParaRPr lang="en-US" altLang="zh-TW" b="1" dirty="0"/>
          </a:p>
        </p:txBody>
      </p:sp>
    </p:spTree>
    <p:extLst>
      <p:ext uri="{BB962C8B-B14F-4D97-AF65-F5344CB8AC3E}">
        <p14:creationId xmlns:p14="http://schemas.microsoft.com/office/powerpoint/2010/main" val="3768386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ED52-4C12-5CC1-6806-07959F637AE6}"/>
              </a:ext>
            </a:extLst>
          </p:cNvPr>
          <p:cNvSpPr>
            <a:spLocks noGrp="1"/>
          </p:cNvSpPr>
          <p:nvPr>
            <p:ph type="ctrTitle"/>
          </p:nvPr>
        </p:nvSpPr>
        <p:spPr>
          <a:xfrm>
            <a:off x="350983" y="1233878"/>
            <a:ext cx="9144000" cy="316520"/>
          </a:xfrm>
        </p:spPr>
        <p:txBody>
          <a:bodyPr>
            <a:normAutofit fontScale="90000"/>
          </a:bodyPr>
          <a:lstStyle/>
          <a:p>
            <a:br>
              <a:rPr lang="zh-TW" altLang="en-US" sz="1800" b="0" i="0" u="none" strike="noStrike" baseline="0" dirty="0">
                <a:solidFill>
                  <a:srgbClr val="000000"/>
                </a:solidFill>
                <a:latin typeface="Calibri" panose="020F0502020204030204" pitchFamily="34" charset="0"/>
              </a:rPr>
            </a:br>
            <a:r>
              <a:rPr lang="en-US" altLang="zh-TW" sz="1800" b="0" i="0" u="none" strike="noStrike" baseline="0" dirty="0">
                <a:solidFill>
                  <a:srgbClr val="FF0000"/>
                </a:solidFill>
                <a:latin typeface="Calibri" panose="020F0502020204030204" pitchFamily="34" charset="0"/>
              </a:rPr>
              <a:t> </a:t>
            </a:r>
            <a:r>
              <a:rPr lang="en-US" altLang="zh-TW" sz="2200" b="1" i="0" u="none" strike="noStrike" baseline="0" dirty="0">
                <a:solidFill>
                  <a:srgbClr val="FF0000"/>
                </a:solidFill>
                <a:latin typeface="Calibri" panose="020F0502020204030204" pitchFamily="34" charset="0"/>
              </a:rPr>
              <a:t>Problem A : Reinforcement Logic Optimization for a General Cost Function </a:t>
            </a:r>
            <a:endParaRPr lang="zh-TW" altLang="en-US" b="1" dirty="0">
              <a:solidFill>
                <a:srgbClr val="FF0000"/>
              </a:solidFill>
              <a:latin typeface="Adobe Garamond Pro Bold" panose="02020702060506020403" pitchFamily="18" charset="0"/>
              <a:ea typeface="Adobe 繁黑體 Std B" panose="020B0700000000000000" pitchFamily="34" charset="-120"/>
            </a:endParaRPr>
          </a:p>
        </p:txBody>
      </p:sp>
      <p:cxnSp>
        <p:nvCxnSpPr>
          <p:cNvPr id="8" name="直線接點 7">
            <a:extLst>
              <a:ext uri="{FF2B5EF4-FFF2-40B4-BE49-F238E27FC236}">
                <a16:creationId xmlns:a16="http://schemas.microsoft.com/office/drawing/2014/main" id="{5DDDD127-18EF-6BC9-9CDF-8678D14B912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圖片 2">
            <a:extLst>
              <a:ext uri="{FF2B5EF4-FFF2-40B4-BE49-F238E27FC236}">
                <a16:creationId xmlns:a16="http://schemas.microsoft.com/office/drawing/2014/main" id="{858A8885-B346-41A6-149C-3FAECD0DC20E}"/>
              </a:ext>
            </a:extLst>
          </p:cNvPr>
          <p:cNvPicPr>
            <a:picLocks noChangeAspect="1"/>
          </p:cNvPicPr>
          <p:nvPr/>
        </p:nvPicPr>
        <p:blipFill>
          <a:blip r:embed="rId3"/>
          <a:stretch>
            <a:fillRect/>
          </a:stretch>
        </p:blipFill>
        <p:spPr>
          <a:xfrm>
            <a:off x="0" y="5768107"/>
            <a:ext cx="1304636" cy="1094621"/>
          </a:xfrm>
          <a:prstGeom prst="rect">
            <a:avLst/>
          </a:prstGeom>
        </p:spPr>
      </p:pic>
      <p:pic>
        <p:nvPicPr>
          <p:cNvPr id="5" name="圖片 4" descr="一張含有 文字, 電子產品, 電子工程, 電路元件 的圖片&#10;&#10;自動產生的描述">
            <a:extLst>
              <a:ext uri="{FF2B5EF4-FFF2-40B4-BE49-F238E27FC236}">
                <a16:creationId xmlns:a16="http://schemas.microsoft.com/office/drawing/2014/main" id="{C811670F-E4C9-D6BB-681F-6E046FF82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
        <p:nvSpPr>
          <p:cNvPr id="10" name="文字方塊 9">
            <a:extLst>
              <a:ext uri="{FF2B5EF4-FFF2-40B4-BE49-F238E27FC236}">
                <a16:creationId xmlns:a16="http://schemas.microsoft.com/office/drawing/2014/main" id="{4EDC7032-8E39-4CF9-BFA0-8EB2A6D688B8}"/>
              </a:ext>
            </a:extLst>
          </p:cNvPr>
          <p:cNvSpPr txBox="1"/>
          <p:nvPr/>
        </p:nvSpPr>
        <p:spPr>
          <a:xfrm>
            <a:off x="424872" y="470931"/>
            <a:ext cx="10075980" cy="584775"/>
          </a:xfrm>
          <a:prstGeom prst="rect">
            <a:avLst/>
          </a:prstGeom>
          <a:noFill/>
        </p:spPr>
        <p:txBody>
          <a:bodyPr wrap="square" rtlCol="0">
            <a:spAutoFit/>
          </a:bodyPr>
          <a:lstStyle/>
          <a:p>
            <a:r>
              <a:rPr lang="en-US" altLang="zh-TW" sz="3200" b="1" u="none" strike="noStrike" baseline="0" dirty="0">
                <a:solidFill>
                  <a:srgbClr val="000000"/>
                </a:solidFill>
                <a:latin typeface="Times New Roman" panose="02020603050405020304" pitchFamily="18" charset="0"/>
                <a:cs typeface="Times New Roman" panose="02020603050405020304" pitchFamily="18" charset="0"/>
              </a:rPr>
              <a:t>Alpha Submission Screenshot</a:t>
            </a:r>
            <a:endParaRPr lang="zh-TW" altLang="en-US" sz="3200" b="1" dirty="0">
              <a:latin typeface="Times New Roman" panose="02020603050405020304" pitchFamily="18" charset="0"/>
              <a:ea typeface="Adobe 繁黑體 Std B" panose="020B0700000000000000" pitchFamily="34" charset="-120"/>
              <a:cs typeface="Times New Roman" panose="02020603050405020304" pitchFamily="18" charset="0"/>
            </a:endParaRPr>
          </a:p>
        </p:txBody>
      </p:sp>
      <p:pic>
        <p:nvPicPr>
          <p:cNvPr id="6" name="圖片 5">
            <a:extLst>
              <a:ext uri="{FF2B5EF4-FFF2-40B4-BE49-F238E27FC236}">
                <a16:creationId xmlns:a16="http://schemas.microsoft.com/office/drawing/2014/main" id="{A77396A9-9DBE-B0D1-4C3B-0EBC609081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3772" y="1748966"/>
            <a:ext cx="7598180" cy="1232743"/>
          </a:xfrm>
          <a:prstGeom prst="rect">
            <a:avLst/>
          </a:prstGeom>
        </p:spPr>
      </p:pic>
      <p:pic>
        <p:nvPicPr>
          <p:cNvPr id="9" name="圖片 8">
            <a:extLst>
              <a:ext uri="{FF2B5EF4-FFF2-40B4-BE49-F238E27FC236}">
                <a16:creationId xmlns:a16="http://schemas.microsoft.com/office/drawing/2014/main" id="{8C194CE7-1A5B-DCA7-2E93-03ECDB36F6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73244" y="3082649"/>
            <a:ext cx="6979236" cy="2975918"/>
          </a:xfrm>
          <a:prstGeom prst="rect">
            <a:avLst/>
          </a:prstGeom>
        </p:spPr>
      </p:pic>
    </p:spTree>
    <p:extLst>
      <p:ext uri="{BB962C8B-B14F-4D97-AF65-F5344CB8AC3E}">
        <p14:creationId xmlns:p14="http://schemas.microsoft.com/office/powerpoint/2010/main" val="4008963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72528BF9-02E7-1723-30A7-5B35DDE7FB00}"/>
              </a:ext>
            </a:extLst>
          </p:cNvPr>
          <p:cNvSpPr txBox="1"/>
          <p:nvPr/>
        </p:nvSpPr>
        <p:spPr>
          <a:xfrm>
            <a:off x="2394972" y="3040694"/>
            <a:ext cx="7402056" cy="1200329"/>
          </a:xfrm>
          <a:prstGeom prst="rect">
            <a:avLst/>
          </a:prstGeom>
          <a:noFill/>
        </p:spPr>
        <p:txBody>
          <a:bodyPr wrap="square" rtlCol="0">
            <a:spAutoFit/>
          </a:bodyPr>
          <a:lstStyle/>
          <a:p>
            <a:pPr algn="ctr"/>
            <a:r>
              <a:rPr lang="en-US" altLang="zh-TW" sz="7200" b="1" dirty="0">
                <a:latin typeface="Adobe Garamond Pro Bold" panose="02020702060506020403" pitchFamily="18" charset="0"/>
                <a:ea typeface="Adobe 繁黑體 Std B" panose="020B0700000000000000" pitchFamily="34" charset="-120"/>
              </a:rPr>
              <a:t>THANK YOU</a:t>
            </a:r>
            <a:endParaRPr lang="zh-TW" altLang="en-US" sz="7200" b="1" dirty="0">
              <a:latin typeface="Adobe Garamond Pro Bold" panose="02020702060506020403" pitchFamily="18" charset="0"/>
              <a:ea typeface="Adobe 繁黑體 Std B" panose="020B0700000000000000" pitchFamily="34" charset="-120"/>
            </a:endParaRPr>
          </a:p>
        </p:txBody>
      </p:sp>
      <p:cxnSp>
        <p:nvCxnSpPr>
          <p:cNvPr id="5" name="直線接點 4">
            <a:extLst>
              <a:ext uri="{FF2B5EF4-FFF2-40B4-BE49-F238E27FC236}">
                <a16:creationId xmlns:a16="http://schemas.microsoft.com/office/drawing/2014/main" id="{F04806B4-0715-DD93-DBE6-492398373EAC}"/>
              </a:ext>
            </a:extLst>
          </p:cNvPr>
          <p:cNvCxnSpPr/>
          <p:nvPr/>
        </p:nvCxnSpPr>
        <p:spPr>
          <a:xfrm>
            <a:off x="424873" y="1136073"/>
            <a:ext cx="11185236"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圖片 5">
            <a:extLst>
              <a:ext uri="{FF2B5EF4-FFF2-40B4-BE49-F238E27FC236}">
                <a16:creationId xmlns:a16="http://schemas.microsoft.com/office/drawing/2014/main" id="{CB46ACC3-86FC-C99F-B3F4-3E95909BDE9B}"/>
              </a:ext>
            </a:extLst>
          </p:cNvPr>
          <p:cNvPicPr>
            <a:picLocks noChangeAspect="1"/>
          </p:cNvPicPr>
          <p:nvPr/>
        </p:nvPicPr>
        <p:blipFill>
          <a:blip r:embed="rId2"/>
          <a:stretch>
            <a:fillRect/>
          </a:stretch>
        </p:blipFill>
        <p:spPr>
          <a:xfrm>
            <a:off x="0" y="5768107"/>
            <a:ext cx="1304636" cy="1094621"/>
          </a:xfrm>
          <a:prstGeom prst="rect">
            <a:avLst/>
          </a:prstGeom>
        </p:spPr>
      </p:pic>
      <p:pic>
        <p:nvPicPr>
          <p:cNvPr id="7" name="圖片 6" descr="一張含有 文字, 電子產品, 電子工程, 電路元件 的圖片&#10;&#10;自動產生的描述">
            <a:extLst>
              <a:ext uri="{FF2B5EF4-FFF2-40B4-BE49-F238E27FC236}">
                <a16:creationId xmlns:a16="http://schemas.microsoft.com/office/drawing/2014/main" id="{1602475F-AAA0-6DAC-49E0-F82970FCD8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600" y="5486400"/>
            <a:ext cx="2438400" cy="1371600"/>
          </a:xfrm>
          <a:prstGeom prst="rect">
            <a:avLst/>
          </a:prstGeom>
        </p:spPr>
      </p:pic>
    </p:spTree>
    <p:extLst>
      <p:ext uri="{BB962C8B-B14F-4D97-AF65-F5344CB8AC3E}">
        <p14:creationId xmlns:p14="http://schemas.microsoft.com/office/powerpoint/2010/main" val="252719267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2360</TotalTime>
  <Words>2511</Words>
  <Application>Microsoft Macintosh PowerPoint</Application>
  <PresentationFormat>寬螢幕</PresentationFormat>
  <Paragraphs>419</Paragraphs>
  <Slides>26</Slides>
  <Notes>24</Notes>
  <HiddenSlides>0</HiddenSlides>
  <MMClips>1</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26</vt:i4>
      </vt:variant>
    </vt:vector>
  </HeadingPairs>
  <TitlesOfParts>
    <vt:vector size="37" baseType="lpstr">
      <vt:lpstr>微軟正黑體</vt:lpstr>
      <vt:lpstr>新細明體</vt:lpstr>
      <vt:lpstr>Adobe 繁黑體 Std B</vt:lpstr>
      <vt:lpstr>Adobe Garamond Pro Bold</vt:lpstr>
      <vt:lpstr>Aptos</vt:lpstr>
      <vt:lpstr>Aptos Display</vt:lpstr>
      <vt:lpstr>Arial</vt:lpstr>
      <vt:lpstr>Calibri</vt:lpstr>
      <vt:lpstr>Cambria Math</vt:lpstr>
      <vt:lpstr>Times New Roman</vt:lpstr>
      <vt:lpstr>Office 佈景主題</vt:lpstr>
      <vt:lpstr>CAD for VLSI Design Check Point III</vt:lpstr>
      <vt:lpstr>(1) Team Member Information  (2) Short problem statement  (3) Reinforcement Learning version (undone) (4) Tools: Yosys (5) Final version algorithm - Genetic Algorithm (6) Genetic Algorithm – Data Structure and Detail (7) Final result comparison (8) Conclusions (9) Alpha Submission Screenshot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  Problem A : Reinforcement Logic Optimization for a General Cost Function </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 for VLSI</dc:title>
  <dc:creator>Quan</dc:creator>
  <cp:lastModifiedBy>Microsoft Office User</cp:lastModifiedBy>
  <cp:revision>102</cp:revision>
  <dcterms:created xsi:type="dcterms:W3CDTF">2024-03-26T14:01:05Z</dcterms:created>
  <dcterms:modified xsi:type="dcterms:W3CDTF">2024-06-22T13:12:07Z</dcterms:modified>
</cp:coreProperties>
</file>